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theme/theme2.xml" ContentType="application/vnd.openxmlformats-officedocument.theme+xml"/>
  <Override PartName="/ppt/notesSlides/notesSlide1.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3"/>
  </p:notesMasterIdLst>
  <p:sldIdLst>
    <p:sldId id="256" r:id="rId5"/>
    <p:sldId id="257" r:id="rId6"/>
    <p:sldId id="260" r:id="rId7"/>
    <p:sldId id="261" r:id="rId8"/>
    <p:sldId id="280" r:id="rId9"/>
    <p:sldId id="262" r:id="rId10"/>
    <p:sldId id="281" r:id="rId11"/>
    <p:sldId id="282" r:id="rId12"/>
    <p:sldId id="283" r:id="rId13"/>
    <p:sldId id="284" r:id="rId14"/>
    <p:sldId id="285" r:id="rId15"/>
    <p:sldId id="286" r:id="rId16"/>
    <p:sldId id="287" r:id="rId17"/>
    <p:sldId id="288" r:id="rId18"/>
    <p:sldId id="289" r:id="rId19"/>
    <p:sldId id="290" r:id="rId20"/>
    <p:sldId id="263" r:id="rId21"/>
    <p:sldId id="292" r:id="rId22"/>
    <p:sldId id="293" r:id="rId23"/>
    <p:sldId id="295" r:id="rId24"/>
    <p:sldId id="296" r:id="rId25"/>
    <p:sldId id="294"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310" r:id="rId40"/>
    <p:sldId id="311" r:id="rId41"/>
    <p:sldId id="312" r:id="rId42"/>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65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4CC9B6-A6C2-46C7-BBB9-C6A60C5C4540}" v="35" dt="2020-10-29T00:07:35.914"/>
    <p1510:client id="{2F323BA3-4F78-4A8C-BAF5-487C65549B18}" v="695" dt="2022-12-25T19:21:14.010"/>
    <p1510:client id="{4B0624BD-98F5-4992-A6BA-CEB29AE7AE5B}" v="85" dt="2022-12-18T09:47:04.503"/>
    <p1510:client id="{5C3FF111-B973-4E65-9B86-19AB533339A8}" v="802" dt="2022-12-26T09:44:15.912"/>
    <p1510:client id="{67839B29-1C88-4F40-BA4A-D65353B3C8DD}" v="522" dt="2022-12-20T14:28:36.448"/>
    <p1510:client id="{69CB9885-7657-4B63-905C-93A1288E922E}" v="61" dt="2022-12-23T14:46:44.944"/>
    <p1510:client id="{7E182762-9110-48BE-8E8E-9CF57CC2BEA9}" v="152" dt="2022-12-20T04:18:50.563"/>
    <p1510:client id="{80E80567-9151-47B8-A86B-C24C082011F5}" v="9" dt="2022-12-18T17:30:47.808"/>
    <p1510:client id="{9B1080A5-1EFE-474F-BEE0-99AD834E289F}" v="277" dt="2022-12-18T14:14:32.094"/>
    <p1510:client id="{E7AFBDC2-5F07-4E4F-AD0C-10EF659F516B}" v="52" dt="2022-12-22T17:25:01.675"/>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67" autoAdjust="0"/>
    <p:restoredTop sz="74189" autoAdjust="0"/>
  </p:normalViewPr>
  <p:slideViewPr>
    <p:cSldViewPr snapToGrid="0" snapToObjects="1" showGuides="1">
      <p:cViewPr varScale="1">
        <p:scale>
          <a:sx n="83" d="100"/>
          <a:sy n="83" d="100"/>
        </p:scale>
        <p:origin x="1476" y="7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eo Meloni" userId="6c2ec46ef3c237f1" providerId="Windows Live" clId="Web-{E7AFBDC2-5F07-4E4F-AD0C-10EF659F516B}"/>
    <pc:docChg chg="addSld modSld">
      <pc:chgData name="Matteo Meloni" userId="6c2ec46ef3c237f1" providerId="Windows Live" clId="Web-{E7AFBDC2-5F07-4E4F-AD0C-10EF659F516B}" dt="2022-12-22T17:25:01.675" v="59" actId="20577"/>
      <pc:docMkLst>
        <pc:docMk/>
      </pc:docMkLst>
      <pc:sldChg chg="modSp">
        <pc:chgData name="Matteo Meloni" userId="6c2ec46ef3c237f1" providerId="Windows Live" clId="Web-{E7AFBDC2-5F07-4E4F-AD0C-10EF659F516B}" dt="2022-12-22T07:20:48.595" v="0" actId="20577"/>
        <pc:sldMkLst>
          <pc:docMk/>
          <pc:sldMk cId="358476306" sldId="286"/>
        </pc:sldMkLst>
        <pc:spChg chg="mod">
          <ac:chgData name="Matteo Meloni" userId="6c2ec46ef3c237f1" providerId="Windows Live" clId="Web-{E7AFBDC2-5F07-4E4F-AD0C-10EF659F516B}" dt="2022-12-22T07:20:48.595" v="0" actId="20577"/>
          <ac:spMkLst>
            <pc:docMk/>
            <pc:sldMk cId="358476306" sldId="286"/>
            <ac:spMk id="3" creationId="{1A884BF9-640E-2671-5091-D8F14F854DDC}"/>
          </ac:spMkLst>
        </pc:spChg>
      </pc:sldChg>
      <pc:sldChg chg="modSp">
        <pc:chgData name="Matteo Meloni" userId="6c2ec46ef3c237f1" providerId="Windows Live" clId="Web-{E7AFBDC2-5F07-4E4F-AD0C-10EF659F516B}" dt="2022-12-22T17:24:21.486" v="57" actId="20577"/>
        <pc:sldMkLst>
          <pc:docMk/>
          <pc:sldMk cId="3742762694" sldId="288"/>
        </pc:sldMkLst>
        <pc:spChg chg="mod">
          <ac:chgData name="Matteo Meloni" userId="6c2ec46ef3c237f1" providerId="Windows Live" clId="Web-{E7AFBDC2-5F07-4E4F-AD0C-10EF659F516B}" dt="2022-12-22T17:24:21.486" v="57" actId="20577"/>
          <ac:spMkLst>
            <pc:docMk/>
            <pc:sldMk cId="3742762694" sldId="288"/>
            <ac:spMk id="3" creationId="{1A884BF9-640E-2671-5091-D8F14F854DDC}"/>
          </ac:spMkLst>
        </pc:spChg>
      </pc:sldChg>
      <pc:sldChg chg="modSp add replId">
        <pc:chgData name="Matteo Meloni" userId="6c2ec46ef3c237f1" providerId="Windows Live" clId="Web-{E7AFBDC2-5F07-4E4F-AD0C-10EF659F516B}" dt="2022-12-22T17:25:01.675" v="59" actId="20577"/>
        <pc:sldMkLst>
          <pc:docMk/>
          <pc:sldMk cId="1902682723" sldId="289"/>
        </pc:sldMkLst>
        <pc:spChg chg="mod">
          <ac:chgData name="Matteo Meloni" userId="6c2ec46ef3c237f1" providerId="Windows Live" clId="Web-{E7AFBDC2-5F07-4E4F-AD0C-10EF659F516B}" dt="2022-12-22T17:22:46.374" v="39" actId="20577"/>
          <ac:spMkLst>
            <pc:docMk/>
            <pc:sldMk cId="1902682723" sldId="289"/>
            <ac:spMk id="2" creationId="{F9647782-6BC2-984D-A14D-12A95F15331D}"/>
          </ac:spMkLst>
        </pc:spChg>
        <pc:spChg chg="mod">
          <ac:chgData name="Matteo Meloni" userId="6c2ec46ef3c237f1" providerId="Windows Live" clId="Web-{E7AFBDC2-5F07-4E4F-AD0C-10EF659F516B}" dt="2022-12-22T17:25:01.675" v="59" actId="20577"/>
          <ac:spMkLst>
            <pc:docMk/>
            <pc:sldMk cId="1902682723" sldId="289"/>
            <ac:spMk id="3" creationId="{1A884BF9-640E-2671-5091-D8F14F854DDC}"/>
          </ac:spMkLst>
        </pc:spChg>
      </pc:sldChg>
    </pc:docChg>
  </pc:docChgLst>
  <pc:docChgLst>
    <pc:chgData name="Steve Hord" userId="7478402321db30a2" providerId="LiveId" clId="{224CC9B6-A6C2-46C7-BBB9-C6A60C5C4540}"/>
    <pc:docChg chg="undo custSel modSld modMainMaster">
      <pc:chgData name="Steve Hord" userId="7478402321db30a2" providerId="LiveId" clId="{224CC9B6-A6C2-46C7-BBB9-C6A60C5C4540}" dt="2020-10-28T23:59:22.999" v="689" actId="478"/>
      <pc:docMkLst>
        <pc:docMk/>
      </pc:docMkLst>
      <pc:sldChg chg="addSp delSp modSp">
        <pc:chgData name="Steve Hord" userId="7478402321db30a2" providerId="LiveId" clId="{224CC9B6-A6C2-46C7-BBB9-C6A60C5C4540}" dt="2020-10-28T23:43:19.879" v="682" actId="478"/>
        <pc:sldMkLst>
          <pc:docMk/>
          <pc:sldMk cId="3237914124" sldId="256"/>
        </pc:sldMkLst>
        <pc:spChg chg="mod">
          <ac:chgData name="Steve Hord" userId="7478402321db30a2" providerId="LiveId" clId="{224CC9B6-A6C2-46C7-BBB9-C6A60C5C4540}" dt="2020-10-28T23:29:05.317" v="644" actId="207"/>
          <ac:spMkLst>
            <pc:docMk/>
            <pc:sldMk cId="3237914124" sldId="256"/>
            <ac:spMk id="2" creationId="{2FE973FE-1F8B-4DED-8DC0-71E987678976}"/>
          </ac:spMkLst>
        </pc:spChg>
        <pc:spChg chg="mod">
          <ac:chgData name="Steve Hord" userId="7478402321db30a2" providerId="LiveId" clId="{224CC9B6-A6C2-46C7-BBB9-C6A60C5C4540}" dt="2020-10-28T22:55:51.283" v="411" actId="12"/>
          <ac:spMkLst>
            <pc:docMk/>
            <pc:sldMk cId="3237914124" sldId="256"/>
            <ac:spMk id="3" creationId="{93383873-F31C-4E31-B4BA-B40D502705CE}"/>
          </ac:spMkLst>
        </pc:spChg>
        <pc:inkChg chg="add del mod">
          <ac:chgData name="Steve Hord" userId="7478402321db30a2" providerId="LiveId" clId="{224CC9B6-A6C2-46C7-BBB9-C6A60C5C4540}" dt="2020-10-28T23:41:36.480" v="681" actId="478"/>
          <ac:inkMkLst>
            <pc:docMk/>
            <pc:sldMk cId="3237914124" sldId="256"/>
            <ac:inkMk id="5" creationId="{664FDE5C-4EDC-4B86-A556-0977F0866D22}"/>
          </ac:inkMkLst>
        </pc:inkChg>
        <pc:inkChg chg="add">
          <ac:chgData name="Steve Hord" userId="7478402321db30a2" providerId="LiveId" clId="{224CC9B6-A6C2-46C7-BBB9-C6A60C5C4540}" dt="2020-10-28T23:00:28.782" v="413" actId="9405"/>
          <ac:inkMkLst>
            <pc:docMk/>
            <pc:sldMk cId="3237914124" sldId="256"/>
            <ac:inkMk id="6" creationId="{BB9E41AB-16C2-481D-B8C5-779DDB04601D}"/>
          </ac:inkMkLst>
        </pc:inkChg>
        <pc:inkChg chg="add">
          <ac:chgData name="Steve Hord" userId="7478402321db30a2" providerId="LiveId" clId="{224CC9B6-A6C2-46C7-BBB9-C6A60C5C4540}" dt="2020-10-28T23:00:30.591" v="414" actId="9405"/>
          <ac:inkMkLst>
            <pc:docMk/>
            <pc:sldMk cId="3237914124" sldId="256"/>
            <ac:inkMk id="7" creationId="{90DC8B94-332B-48F1-BD44-5D8DC140F977}"/>
          </ac:inkMkLst>
        </pc:inkChg>
        <pc:inkChg chg="add">
          <ac:chgData name="Steve Hord" userId="7478402321db30a2" providerId="LiveId" clId="{224CC9B6-A6C2-46C7-BBB9-C6A60C5C4540}" dt="2020-10-28T23:00:30.929" v="415" actId="9405"/>
          <ac:inkMkLst>
            <pc:docMk/>
            <pc:sldMk cId="3237914124" sldId="256"/>
            <ac:inkMk id="8" creationId="{E975E1FA-D9DC-4E9B-96CB-AF4B208FDD0D}"/>
          </ac:inkMkLst>
        </pc:inkChg>
        <pc:inkChg chg="add">
          <ac:chgData name="Steve Hord" userId="7478402321db30a2" providerId="LiveId" clId="{224CC9B6-A6C2-46C7-BBB9-C6A60C5C4540}" dt="2020-10-28T23:00:31.555" v="416" actId="9405"/>
          <ac:inkMkLst>
            <pc:docMk/>
            <pc:sldMk cId="3237914124" sldId="256"/>
            <ac:inkMk id="9" creationId="{454E5C77-5960-45F2-A8F4-437BBCEB11F6}"/>
          </ac:inkMkLst>
        </pc:inkChg>
        <pc:inkChg chg="add">
          <ac:chgData name="Steve Hord" userId="7478402321db30a2" providerId="LiveId" clId="{224CC9B6-A6C2-46C7-BBB9-C6A60C5C4540}" dt="2020-10-28T23:00:31.882" v="417" actId="9405"/>
          <ac:inkMkLst>
            <pc:docMk/>
            <pc:sldMk cId="3237914124" sldId="256"/>
            <ac:inkMk id="10" creationId="{0599CA86-0AA4-43B0-9BD8-C408990EDF1F}"/>
          </ac:inkMkLst>
        </pc:inkChg>
        <pc:inkChg chg="add del">
          <ac:chgData name="Steve Hord" userId="7478402321db30a2" providerId="LiveId" clId="{224CC9B6-A6C2-46C7-BBB9-C6A60C5C4540}" dt="2020-10-28T23:43:19.879" v="682" actId="478"/>
          <ac:inkMkLst>
            <pc:docMk/>
            <pc:sldMk cId="3237914124" sldId="256"/>
            <ac:inkMk id="11" creationId="{69CEBC84-7EBD-4396-A681-9076CEF8553B}"/>
          </ac:inkMkLst>
        </pc:inkChg>
        <pc:inkChg chg="add del">
          <ac:chgData name="Steve Hord" userId="7478402321db30a2" providerId="LiveId" clId="{224CC9B6-A6C2-46C7-BBB9-C6A60C5C4540}" dt="2020-10-28T23:41:22.775" v="648" actId="478"/>
          <ac:inkMkLst>
            <pc:docMk/>
            <pc:sldMk cId="3237914124" sldId="256"/>
            <ac:inkMk id="12" creationId="{C32B7472-AF96-4D1D-8416-1DB931AEE779}"/>
          </ac:inkMkLst>
        </pc:inkChg>
        <pc:inkChg chg="add">
          <ac:chgData name="Steve Hord" userId="7478402321db30a2" providerId="LiveId" clId="{224CC9B6-A6C2-46C7-BBB9-C6A60C5C4540}" dt="2020-10-28T23:00:57.241" v="420" actId="9405"/>
          <ac:inkMkLst>
            <pc:docMk/>
            <pc:sldMk cId="3237914124" sldId="256"/>
            <ac:inkMk id="13" creationId="{F01B0B0D-23C0-406D-81B1-53560BEA6080}"/>
          </ac:inkMkLst>
        </pc:inkChg>
        <pc:inkChg chg="add">
          <ac:chgData name="Steve Hord" userId="7478402321db30a2" providerId="LiveId" clId="{224CC9B6-A6C2-46C7-BBB9-C6A60C5C4540}" dt="2020-10-28T23:02:33.154" v="429" actId="9405"/>
          <ac:inkMkLst>
            <pc:docMk/>
            <pc:sldMk cId="3237914124" sldId="256"/>
            <ac:inkMk id="14" creationId="{0E36B71F-8617-4B05-A565-CA68910B66AF}"/>
          </ac:inkMkLst>
        </pc:inkChg>
        <pc:inkChg chg="add">
          <ac:chgData name="Steve Hord" userId="7478402321db30a2" providerId="LiveId" clId="{224CC9B6-A6C2-46C7-BBB9-C6A60C5C4540}" dt="2020-10-28T23:02:34.042" v="430" actId="9405"/>
          <ac:inkMkLst>
            <pc:docMk/>
            <pc:sldMk cId="3237914124" sldId="256"/>
            <ac:inkMk id="15" creationId="{C3E9255F-D54C-4938-861C-0719B95285A6}"/>
          </ac:inkMkLst>
        </pc:inkChg>
        <pc:inkChg chg="add">
          <ac:chgData name="Steve Hord" userId="7478402321db30a2" providerId="LiveId" clId="{224CC9B6-A6C2-46C7-BBB9-C6A60C5C4540}" dt="2020-10-28T23:02:34.713" v="431" actId="9405"/>
          <ac:inkMkLst>
            <pc:docMk/>
            <pc:sldMk cId="3237914124" sldId="256"/>
            <ac:inkMk id="16" creationId="{63A7B024-B577-4CAE-BEB0-A6669B501358}"/>
          </ac:inkMkLst>
        </pc:inkChg>
        <pc:inkChg chg="add">
          <ac:chgData name="Steve Hord" userId="7478402321db30a2" providerId="LiveId" clId="{224CC9B6-A6C2-46C7-BBB9-C6A60C5C4540}" dt="2020-10-28T23:02:36.608" v="432" actId="9405"/>
          <ac:inkMkLst>
            <pc:docMk/>
            <pc:sldMk cId="3237914124" sldId="256"/>
            <ac:inkMk id="17" creationId="{E0A5D064-5764-4BC6-889A-E61EBBCB274B}"/>
          </ac:inkMkLst>
        </pc:inkChg>
        <pc:inkChg chg="add">
          <ac:chgData name="Steve Hord" userId="7478402321db30a2" providerId="LiveId" clId="{224CC9B6-A6C2-46C7-BBB9-C6A60C5C4540}" dt="2020-10-28T23:02:37.363" v="433" actId="9405"/>
          <ac:inkMkLst>
            <pc:docMk/>
            <pc:sldMk cId="3237914124" sldId="256"/>
            <ac:inkMk id="18" creationId="{2CB02C25-2F1E-43D4-A77C-3F295035E347}"/>
          </ac:inkMkLst>
        </pc:inkChg>
        <pc:inkChg chg="add">
          <ac:chgData name="Steve Hord" userId="7478402321db30a2" providerId="LiveId" clId="{224CC9B6-A6C2-46C7-BBB9-C6A60C5C4540}" dt="2020-10-28T23:02:38.904" v="434" actId="9405"/>
          <ac:inkMkLst>
            <pc:docMk/>
            <pc:sldMk cId="3237914124" sldId="256"/>
            <ac:inkMk id="19" creationId="{4BA54EC1-BC0A-44CE-B6F6-610C5C43FEAF}"/>
          </ac:inkMkLst>
        </pc:inkChg>
        <pc:inkChg chg="add">
          <ac:chgData name="Steve Hord" userId="7478402321db30a2" providerId="LiveId" clId="{224CC9B6-A6C2-46C7-BBB9-C6A60C5C4540}" dt="2020-10-28T23:02:39.435" v="435" actId="9405"/>
          <ac:inkMkLst>
            <pc:docMk/>
            <pc:sldMk cId="3237914124" sldId="256"/>
            <ac:inkMk id="20" creationId="{A047CCDF-AC55-4CA2-8CC2-5DEAB5DBDA79}"/>
          </ac:inkMkLst>
        </pc:inkChg>
        <pc:inkChg chg="add">
          <ac:chgData name="Steve Hord" userId="7478402321db30a2" providerId="LiveId" clId="{224CC9B6-A6C2-46C7-BBB9-C6A60C5C4540}" dt="2020-10-28T23:02:40.498" v="436" actId="9405"/>
          <ac:inkMkLst>
            <pc:docMk/>
            <pc:sldMk cId="3237914124" sldId="256"/>
            <ac:inkMk id="21" creationId="{5C113320-A213-4066-90BD-CDA6F321CA37}"/>
          </ac:inkMkLst>
        </pc:inkChg>
        <pc:inkChg chg="add">
          <ac:chgData name="Steve Hord" userId="7478402321db30a2" providerId="LiveId" clId="{224CC9B6-A6C2-46C7-BBB9-C6A60C5C4540}" dt="2020-10-28T23:03:11.427" v="447" actId="9405"/>
          <ac:inkMkLst>
            <pc:docMk/>
            <pc:sldMk cId="3237914124" sldId="256"/>
            <ac:inkMk id="22" creationId="{E393B7F9-52EB-4DF0-9F3C-D38FF4077920}"/>
          </ac:inkMkLst>
        </pc:inkChg>
        <pc:inkChg chg="add">
          <ac:chgData name="Steve Hord" userId="7478402321db30a2" providerId="LiveId" clId="{224CC9B6-A6C2-46C7-BBB9-C6A60C5C4540}" dt="2020-10-28T23:03:33.458" v="448" actId="9405"/>
          <ac:inkMkLst>
            <pc:docMk/>
            <pc:sldMk cId="3237914124" sldId="256"/>
            <ac:inkMk id="23" creationId="{34B2D232-CEF5-419B-B1A5-8DBEA2B7E54F}"/>
          </ac:inkMkLst>
        </pc:inkChg>
        <pc:inkChg chg="add">
          <ac:chgData name="Steve Hord" userId="7478402321db30a2" providerId="LiveId" clId="{224CC9B6-A6C2-46C7-BBB9-C6A60C5C4540}" dt="2020-10-28T23:03:36.957" v="449" actId="9405"/>
          <ac:inkMkLst>
            <pc:docMk/>
            <pc:sldMk cId="3237914124" sldId="256"/>
            <ac:inkMk id="24" creationId="{362E2CCD-E783-4EB0-A449-D3A45EEDACA1}"/>
          </ac:inkMkLst>
        </pc:inkChg>
        <pc:inkChg chg="add">
          <ac:chgData name="Steve Hord" userId="7478402321db30a2" providerId="LiveId" clId="{224CC9B6-A6C2-46C7-BBB9-C6A60C5C4540}" dt="2020-10-28T23:03:37.444" v="450" actId="9405"/>
          <ac:inkMkLst>
            <pc:docMk/>
            <pc:sldMk cId="3237914124" sldId="256"/>
            <ac:inkMk id="25" creationId="{3A6B9D4B-B599-4E13-8CD4-9AE1EA05DD38}"/>
          </ac:inkMkLst>
        </pc:inkChg>
        <pc:inkChg chg="add">
          <ac:chgData name="Steve Hord" userId="7478402321db30a2" providerId="LiveId" clId="{224CC9B6-A6C2-46C7-BBB9-C6A60C5C4540}" dt="2020-10-28T23:03:38.508" v="451" actId="9405"/>
          <ac:inkMkLst>
            <pc:docMk/>
            <pc:sldMk cId="3237914124" sldId="256"/>
            <ac:inkMk id="26" creationId="{915EBC98-2995-4202-8847-0A06CF184801}"/>
          </ac:inkMkLst>
        </pc:inkChg>
        <pc:inkChg chg="add">
          <ac:chgData name="Steve Hord" userId="7478402321db30a2" providerId="LiveId" clId="{224CC9B6-A6C2-46C7-BBB9-C6A60C5C4540}" dt="2020-10-28T23:03:56.859" v="452" actId="9405"/>
          <ac:inkMkLst>
            <pc:docMk/>
            <pc:sldMk cId="3237914124" sldId="256"/>
            <ac:inkMk id="27" creationId="{45DA6E77-6091-41F4-942A-0F309A3D2009}"/>
          </ac:inkMkLst>
        </pc:inkChg>
        <pc:inkChg chg="add">
          <ac:chgData name="Steve Hord" userId="7478402321db30a2" providerId="LiveId" clId="{224CC9B6-A6C2-46C7-BBB9-C6A60C5C4540}" dt="2020-10-28T23:04:38.529" v="453" actId="9405"/>
          <ac:inkMkLst>
            <pc:docMk/>
            <pc:sldMk cId="3237914124" sldId="256"/>
            <ac:inkMk id="28" creationId="{E3F3AD06-2FD6-4505-B7DB-A8FB3DED0B43}"/>
          </ac:inkMkLst>
        </pc:inkChg>
        <pc:inkChg chg="add del">
          <ac:chgData name="Steve Hord" userId="7478402321db30a2" providerId="LiveId" clId="{224CC9B6-A6C2-46C7-BBB9-C6A60C5C4540}" dt="2020-10-28T23:36:33.351" v="646" actId="9405"/>
          <ac:inkMkLst>
            <pc:docMk/>
            <pc:sldMk cId="3237914124" sldId="256"/>
            <ac:inkMk id="29" creationId="{FC14F4E6-E521-4EC4-BDD3-F661908AFB0D}"/>
          </ac:inkMkLst>
        </pc:inkChg>
        <pc:inkChg chg="add">
          <ac:chgData name="Steve Hord" userId="7478402321db30a2" providerId="LiveId" clId="{224CC9B6-A6C2-46C7-BBB9-C6A60C5C4540}" dt="2020-10-28T23:37:51.257" v="647" actId="9405"/>
          <ac:inkMkLst>
            <pc:docMk/>
            <pc:sldMk cId="3237914124" sldId="256"/>
            <ac:inkMk id="30" creationId="{C9248AF4-5127-48C9-B6A2-758110871291}"/>
          </ac:inkMkLst>
        </pc:inkChg>
      </pc:sldChg>
      <pc:sldChg chg="addSp delSp modSp">
        <pc:chgData name="Steve Hord" userId="7478402321db30a2" providerId="LiveId" clId="{224CC9B6-A6C2-46C7-BBB9-C6A60C5C4540}" dt="2020-10-28T23:59:03.309" v="686" actId="478"/>
        <pc:sldMkLst>
          <pc:docMk/>
          <pc:sldMk cId="1339210688" sldId="257"/>
        </pc:sldMkLst>
        <pc:picChg chg="add mod ord">
          <ac:chgData name="Steve Hord" userId="7478402321db30a2" providerId="LiveId" clId="{224CC9B6-A6C2-46C7-BBB9-C6A60C5C4540}" dt="2020-10-28T23:16:49.707" v="633" actId="167"/>
          <ac:picMkLst>
            <pc:docMk/>
            <pc:sldMk cId="1339210688" sldId="257"/>
            <ac:picMk id="4" creationId="{9B37F9FA-3571-49C2-8811-B1159FCC0D6D}"/>
          </ac:picMkLst>
        </pc:picChg>
        <pc:picChg chg="del">
          <ac:chgData name="Steve Hord" userId="7478402321db30a2" providerId="LiveId" clId="{224CC9B6-A6C2-46C7-BBB9-C6A60C5C4540}" dt="2020-10-28T22:24:02.319" v="161"/>
          <ac:picMkLst>
            <pc:docMk/>
            <pc:sldMk cId="1339210688" sldId="257"/>
            <ac:picMk id="4" creationId="{BB8BCD0B-C663-48F9-B72B-E6B77C5BD02D}"/>
          </ac:picMkLst>
        </pc:picChg>
        <pc:picChg chg="add del mod">
          <ac:chgData name="Steve Hord" userId="7478402321db30a2" providerId="LiveId" clId="{224CC9B6-A6C2-46C7-BBB9-C6A60C5C4540}" dt="2020-10-28T23:59:02.119" v="685" actId="478"/>
          <ac:picMkLst>
            <pc:docMk/>
            <pc:sldMk cId="1339210688" sldId="257"/>
            <ac:picMk id="5" creationId="{853CF8EF-ED2E-46AE-A3CC-35FDB58937EB}"/>
          </ac:picMkLst>
        </pc:picChg>
        <pc:picChg chg="add del mod">
          <ac:chgData name="Steve Hord" userId="7478402321db30a2" providerId="LiveId" clId="{224CC9B6-A6C2-46C7-BBB9-C6A60C5C4540}" dt="2020-10-28T23:59:00.284" v="684" actId="478"/>
          <ac:picMkLst>
            <pc:docMk/>
            <pc:sldMk cId="1339210688" sldId="257"/>
            <ac:picMk id="6" creationId="{793A0DB6-57CF-4702-9240-EE06BC65B891}"/>
          </ac:picMkLst>
        </pc:picChg>
        <pc:picChg chg="add del mod">
          <ac:chgData name="Steve Hord" userId="7478402321db30a2" providerId="LiveId" clId="{224CC9B6-A6C2-46C7-BBB9-C6A60C5C4540}" dt="2020-10-28T23:58:58.690" v="683" actId="478"/>
          <ac:picMkLst>
            <pc:docMk/>
            <pc:sldMk cId="1339210688" sldId="257"/>
            <ac:picMk id="7" creationId="{6560B30D-242C-4EF2-A222-42DA8EFAC487}"/>
          </ac:picMkLst>
        </pc:picChg>
        <pc:picChg chg="add del mod">
          <ac:chgData name="Steve Hord" userId="7478402321db30a2" providerId="LiveId" clId="{224CC9B6-A6C2-46C7-BBB9-C6A60C5C4540}" dt="2020-10-28T23:59:03.309" v="686" actId="478"/>
          <ac:picMkLst>
            <pc:docMk/>
            <pc:sldMk cId="1339210688" sldId="257"/>
            <ac:picMk id="8" creationId="{B73E49F2-94B3-4B75-90EE-6AD198FC93E5}"/>
          </ac:picMkLst>
        </pc:picChg>
        <pc:inkChg chg="add">
          <ac:chgData name="Steve Hord" userId="7478402321db30a2" providerId="LiveId" clId="{224CC9B6-A6C2-46C7-BBB9-C6A60C5C4540}" dt="2020-10-28T23:02:44.360" v="437" actId="9405"/>
          <ac:inkMkLst>
            <pc:docMk/>
            <pc:sldMk cId="1339210688" sldId="257"/>
            <ac:inkMk id="9" creationId="{1A185CBD-ED91-4F24-BEB9-8E33AD8AC3B1}"/>
          </ac:inkMkLst>
        </pc:inkChg>
        <pc:inkChg chg="add">
          <ac:chgData name="Steve Hord" userId="7478402321db30a2" providerId="LiveId" clId="{224CC9B6-A6C2-46C7-BBB9-C6A60C5C4540}" dt="2020-10-28T23:02:45.199" v="438" actId="9405"/>
          <ac:inkMkLst>
            <pc:docMk/>
            <pc:sldMk cId="1339210688" sldId="257"/>
            <ac:inkMk id="10" creationId="{032BD37A-4777-4658-98DC-561C88BBD6B5}"/>
          </ac:inkMkLst>
        </pc:inkChg>
        <pc:inkChg chg="add">
          <ac:chgData name="Steve Hord" userId="7478402321db30a2" providerId="LiveId" clId="{224CC9B6-A6C2-46C7-BBB9-C6A60C5C4540}" dt="2020-10-28T23:02:45.764" v="439" actId="9405"/>
          <ac:inkMkLst>
            <pc:docMk/>
            <pc:sldMk cId="1339210688" sldId="257"/>
            <ac:inkMk id="11" creationId="{8D6F0DE4-0F5C-4DBC-980B-FA84561A37BD}"/>
          </ac:inkMkLst>
        </pc:inkChg>
        <pc:inkChg chg="add">
          <ac:chgData name="Steve Hord" userId="7478402321db30a2" providerId="LiveId" clId="{224CC9B6-A6C2-46C7-BBB9-C6A60C5C4540}" dt="2020-10-28T23:02:46.202" v="440" actId="9405"/>
          <ac:inkMkLst>
            <pc:docMk/>
            <pc:sldMk cId="1339210688" sldId="257"/>
            <ac:inkMk id="12" creationId="{24F830F4-CC15-48E6-AB15-04ED683CA04A}"/>
          </ac:inkMkLst>
        </pc:inkChg>
        <pc:inkChg chg="add">
          <ac:chgData name="Steve Hord" userId="7478402321db30a2" providerId="LiveId" clId="{224CC9B6-A6C2-46C7-BBB9-C6A60C5C4540}" dt="2020-10-28T23:02:53.893" v="441" actId="9405"/>
          <ac:inkMkLst>
            <pc:docMk/>
            <pc:sldMk cId="1339210688" sldId="257"/>
            <ac:inkMk id="13" creationId="{18EA1C91-5384-4260-8EC9-8379C643441C}"/>
          </ac:inkMkLst>
        </pc:inkChg>
        <pc:inkChg chg="add">
          <ac:chgData name="Steve Hord" userId="7478402321db30a2" providerId="LiveId" clId="{224CC9B6-A6C2-46C7-BBB9-C6A60C5C4540}" dt="2020-10-28T23:03:01.423" v="442" actId="9405"/>
          <ac:inkMkLst>
            <pc:docMk/>
            <pc:sldMk cId="1339210688" sldId="257"/>
            <ac:inkMk id="14" creationId="{97E9F6ED-ACEE-438F-A76C-C66263E59B33}"/>
          </ac:inkMkLst>
        </pc:inkChg>
        <pc:inkChg chg="add">
          <ac:chgData name="Steve Hord" userId="7478402321db30a2" providerId="LiveId" clId="{224CC9B6-A6C2-46C7-BBB9-C6A60C5C4540}" dt="2020-10-28T23:03:01.879" v="443" actId="9405"/>
          <ac:inkMkLst>
            <pc:docMk/>
            <pc:sldMk cId="1339210688" sldId="257"/>
            <ac:inkMk id="15" creationId="{EA56CB11-8AE3-4EA0-B556-BBB572803B07}"/>
          </ac:inkMkLst>
        </pc:inkChg>
        <pc:inkChg chg="add">
          <ac:chgData name="Steve Hord" userId="7478402321db30a2" providerId="LiveId" clId="{224CC9B6-A6C2-46C7-BBB9-C6A60C5C4540}" dt="2020-10-28T23:03:02.265" v="444" actId="9405"/>
          <ac:inkMkLst>
            <pc:docMk/>
            <pc:sldMk cId="1339210688" sldId="257"/>
            <ac:inkMk id="16" creationId="{78E27AEC-BDF9-49A4-A10A-6F5F64F01EEA}"/>
          </ac:inkMkLst>
        </pc:inkChg>
        <pc:inkChg chg="add">
          <ac:chgData name="Steve Hord" userId="7478402321db30a2" providerId="LiveId" clId="{224CC9B6-A6C2-46C7-BBB9-C6A60C5C4540}" dt="2020-10-28T23:03:02.610" v="445" actId="9405"/>
          <ac:inkMkLst>
            <pc:docMk/>
            <pc:sldMk cId="1339210688" sldId="257"/>
            <ac:inkMk id="17" creationId="{00D1CCCF-5EBB-4FB3-A293-78C28946220A}"/>
          </ac:inkMkLst>
        </pc:inkChg>
        <pc:inkChg chg="add">
          <ac:chgData name="Steve Hord" userId="7478402321db30a2" providerId="LiveId" clId="{224CC9B6-A6C2-46C7-BBB9-C6A60C5C4540}" dt="2020-10-28T23:03:03.924" v="446" actId="9405"/>
          <ac:inkMkLst>
            <pc:docMk/>
            <pc:sldMk cId="1339210688" sldId="257"/>
            <ac:inkMk id="18" creationId="{0EC3AB97-946C-4D62-AEB0-E11D486AFBF0}"/>
          </ac:inkMkLst>
        </pc:inkChg>
      </pc:sldChg>
      <pc:sldChg chg="modSp">
        <pc:chgData name="Steve Hord" userId="7478402321db30a2" providerId="LiveId" clId="{224CC9B6-A6C2-46C7-BBB9-C6A60C5C4540}" dt="2020-10-28T23:18:22.378" v="642" actId="27636"/>
        <pc:sldMkLst>
          <pc:docMk/>
          <pc:sldMk cId="3083623366" sldId="260"/>
        </pc:sldMkLst>
        <pc:spChg chg="mod">
          <ac:chgData name="Steve Hord" userId="7478402321db30a2" providerId="LiveId" clId="{224CC9B6-A6C2-46C7-BBB9-C6A60C5C4540}" dt="2020-10-28T23:18:22.378" v="642" actId="27636"/>
          <ac:spMkLst>
            <pc:docMk/>
            <pc:sldMk cId="3083623366" sldId="260"/>
            <ac:spMk id="3" creationId="{902FD5C4-FE5F-46D2-ABC9-49FA4BB8442F}"/>
          </ac:spMkLst>
        </pc:spChg>
      </pc:sldChg>
      <pc:sldChg chg="addSp delSp modSp">
        <pc:chgData name="Steve Hord" userId="7478402321db30a2" providerId="LiveId" clId="{224CC9B6-A6C2-46C7-BBB9-C6A60C5C4540}" dt="2020-10-28T23:59:09.194" v="687" actId="478"/>
        <pc:sldMkLst>
          <pc:docMk/>
          <pc:sldMk cId="710623681" sldId="261"/>
        </pc:sldMkLst>
        <pc:picChg chg="mod">
          <ac:chgData name="Steve Hord" userId="7478402321db30a2" providerId="LiveId" clId="{224CC9B6-A6C2-46C7-BBB9-C6A60C5C4540}" dt="2020-10-28T22:36:36.345" v="382" actId="14100"/>
          <ac:picMkLst>
            <pc:docMk/>
            <pc:sldMk cId="710623681" sldId="261"/>
            <ac:picMk id="4" creationId="{EE158731-59BB-48A2-A901-D7C35E91BA10}"/>
          </ac:picMkLst>
        </pc:picChg>
        <pc:picChg chg="add del mod">
          <ac:chgData name="Steve Hord" userId="7478402321db30a2" providerId="LiveId" clId="{224CC9B6-A6C2-46C7-BBB9-C6A60C5C4540}" dt="2020-10-28T23:59:09.194" v="687" actId="478"/>
          <ac:picMkLst>
            <pc:docMk/>
            <pc:sldMk cId="710623681" sldId="261"/>
            <ac:picMk id="6" creationId="{38A44285-5189-4D0A-8701-C2B5E42B5518}"/>
          </ac:picMkLst>
        </pc:picChg>
      </pc:sldChg>
      <pc:sldChg chg="modSp">
        <pc:chgData name="Steve Hord" userId="7478402321db30a2" providerId="LiveId" clId="{224CC9B6-A6C2-46C7-BBB9-C6A60C5C4540}" dt="2020-10-28T23:21:26.804" v="643" actId="20577"/>
        <pc:sldMkLst>
          <pc:docMk/>
          <pc:sldMk cId="452859177" sldId="262"/>
        </pc:sldMkLst>
        <pc:spChg chg="mod">
          <ac:chgData name="Steve Hord" userId="7478402321db30a2" providerId="LiveId" clId="{224CC9B6-A6C2-46C7-BBB9-C6A60C5C4540}" dt="2020-10-28T23:21:26.804" v="643" actId="20577"/>
          <ac:spMkLst>
            <pc:docMk/>
            <pc:sldMk cId="452859177" sldId="262"/>
            <ac:spMk id="3" creationId="{902FD5C4-FE5F-46D2-ABC9-49FA4BB8442F}"/>
          </ac:spMkLst>
        </pc:spChg>
      </pc:sldChg>
      <pc:sldChg chg="addSp delSp modSp">
        <pc:chgData name="Steve Hord" userId="7478402321db30a2" providerId="LiveId" clId="{224CC9B6-A6C2-46C7-BBB9-C6A60C5C4540}" dt="2020-10-28T23:59:22.999" v="689" actId="478"/>
        <pc:sldMkLst>
          <pc:docMk/>
          <pc:sldMk cId="2161130591" sldId="272"/>
        </pc:sldMkLst>
        <pc:picChg chg="del mod">
          <ac:chgData name="Steve Hord" userId="7478402321db30a2" providerId="LiveId" clId="{224CC9B6-A6C2-46C7-BBB9-C6A60C5C4540}" dt="2020-10-28T23:10:18.699" v="471" actId="478"/>
          <ac:picMkLst>
            <pc:docMk/>
            <pc:sldMk cId="2161130591" sldId="272"/>
            <ac:picMk id="4" creationId="{C1FCEFC0-D7CE-430F-A1AC-AC17331EFD14}"/>
          </ac:picMkLst>
        </pc:picChg>
        <pc:picChg chg="del">
          <ac:chgData name="Steve Hord" userId="7478402321db30a2" providerId="LiveId" clId="{224CC9B6-A6C2-46C7-BBB9-C6A60C5C4540}" dt="2020-10-28T23:59:21.027" v="688" actId="478"/>
          <ac:picMkLst>
            <pc:docMk/>
            <pc:sldMk cId="2161130591" sldId="272"/>
            <ac:picMk id="6" creationId="{998DDB99-D494-444C-96D1-7AB5393DD65C}"/>
          </ac:picMkLst>
        </pc:picChg>
        <pc:picChg chg="add del mod">
          <ac:chgData name="Steve Hord" userId="7478402321db30a2" providerId="LiveId" clId="{224CC9B6-A6C2-46C7-BBB9-C6A60C5C4540}" dt="2020-10-28T23:59:22.999" v="689" actId="478"/>
          <ac:picMkLst>
            <pc:docMk/>
            <pc:sldMk cId="2161130591" sldId="272"/>
            <ac:picMk id="7" creationId="{EF1CDD4D-CAA0-4B1F-A12B-650B712F4B73}"/>
          </ac:picMkLst>
        </pc:picChg>
      </pc:sldChg>
      <pc:sldMasterChg chg="modSldLayout">
        <pc:chgData name="Steve Hord" userId="7478402321db30a2" providerId="LiveId" clId="{224CC9B6-A6C2-46C7-BBB9-C6A60C5C4540}" dt="2020-10-28T23:01:58.349" v="428" actId="9405"/>
        <pc:sldMasterMkLst>
          <pc:docMk/>
          <pc:sldMasterMk cId="1270442930" sldId="2147483660"/>
        </pc:sldMasterMkLst>
        <pc:sldLayoutChg chg="addSp">
          <pc:chgData name="Steve Hord" userId="7478402321db30a2" providerId="LiveId" clId="{224CC9B6-A6C2-46C7-BBB9-C6A60C5C4540}" dt="2020-10-28T23:01:58.349" v="428" actId="9405"/>
          <pc:sldLayoutMkLst>
            <pc:docMk/>
            <pc:sldMasterMk cId="1270442930" sldId="2147483660"/>
            <pc:sldLayoutMk cId="2871343567" sldId="2147483664"/>
          </pc:sldLayoutMkLst>
          <pc:inkChg chg="add">
            <ac:chgData name="Steve Hord" userId="7478402321db30a2" providerId="LiveId" clId="{224CC9B6-A6C2-46C7-BBB9-C6A60C5C4540}" dt="2020-10-28T23:01:52.131" v="421" actId="9405"/>
            <ac:inkMkLst>
              <pc:docMk/>
              <pc:sldMasterMk cId="1270442930" sldId="2147483660"/>
              <pc:sldLayoutMk cId="2871343567" sldId="2147483664"/>
              <ac:inkMk id="5" creationId="{7F3045DE-3AB7-4E3E-A391-4F9107A8F8C9}"/>
            </ac:inkMkLst>
          </pc:inkChg>
          <pc:inkChg chg="add">
            <ac:chgData name="Steve Hord" userId="7478402321db30a2" providerId="LiveId" clId="{224CC9B6-A6C2-46C7-BBB9-C6A60C5C4540}" dt="2020-10-28T23:01:52.487" v="422" actId="9405"/>
            <ac:inkMkLst>
              <pc:docMk/>
              <pc:sldMasterMk cId="1270442930" sldId="2147483660"/>
              <pc:sldLayoutMk cId="2871343567" sldId="2147483664"/>
              <ac:inkMk id="6" creationId="{B64BE9BD-96C6-496B-8F87-BF8B5FE6878E}"/>
            </ac:inkMkLst>
          </pc:inkChg>
          <pc:inkChg chg="add">
            <ac:chgData name="Steve Hord" userId="7478402321db30a2" providerId="LiveId" clId="{224CC9B6-A6C2-46C7-BBB9-C6A60C5C4540}" dt="2020-10-28T23:01:55.176" v="423" actId="9405"/>
            <ac:inkMkLst>
              <pc:docMk/>
              <pc:sldMasterMk cId="1270442930" sldId="2147483660"/>
              <pc:sldLayoutMk cId="2871343567" sldId="2147483664"/>
              <ac:inkMk id="7" creationId="{5547CB02-1206-4981-BA1F-98056CC7D0F6}"/>
            </ac:inkMkLst>
          </pc:inkChg>
          <pc:inkChg chg="add">
            <ac:chgData name="Steve Hord" userId="7478402321db30a2" providerId="LiveId" clId="{224CC9B6-A6C2-46C7-BBB9-C6A60C5C4540}" dt="2020-10-28T23:01:55.519" v="424" actId="9405"/>
            <ac:inkMkLst>
              <pc:docMk/>
              <pc:sldMasterMk cId="1270442930" sldId="2147483660"/>
              <pc:sldLayoutMk cId="2871343567" sldId="2147483664"/>
              <ac:inkMk id="9" creationId="{00AC9549-295A-481F-BAC1-D217607B1470}"/>
            </ac:inkMkLst>
          </pc:inkChg>
          <pc:inkChg chg="add">
            <ac:chgData name="Steve Hord" userId="7478402321db30a2" providerId="LiveId" clId="{224CC9B6-A6C2-46C7-BBB9-C6A60C5C4540}" dt="2020-10-28T23:01:55.860" v="425" actId="9405"/>
            <ac:inkMkLst>
              <pc:docMk/>
              <pc:sldMasterMk cId="1270442930" sldId="2147483660"/>
              <pc:sldLayoutMk cId="2871343567" sldId="2147483664"/>
              <ac:inkMk id="10" creationId="{582B34FC-FED6-4B35-B336-2C001BF70FEA}"/>
            </ac:inkMkLst>
          </pc:inkChg>
          <pc:inkChg chg="add">
            <ac:chgData name="Steve Hord" userId="7478402321db30a2" providerId="LiveId" clId="{224CC9B6-A6C2-46C7-BBB9-C6A60C5C4540}" dt="2020-10-28T23:01:56.207" v="426" actId="9405"/>
            <ac:inkMkLst>
              <pc:docMk/>
              <pc:sldMasterMk cId="1270442930" sldId="2147483660"/>
              <pc:sldLayoutMk cId="2871343567" sldId="2147483664"/>
              <ac:inkMk id="11" creationId="{E937588D-ADB8-4462-B727-CA3C34F68C66}"/>
            </ac:inkMkLst>
          </pc:inkChg>
          <pc:inkChg chg="add">
            <ac:chgData name="Steve Hord" userId="7478402321db30a2" providerId="LiveId" clId="{224CC9B6-A6C2-46C7-BBB9-C6A60C5C4540}" dt="2020-10-28T23:01:56.539" v="427" actId="9405"/>
            <ac:inkMkLst>
              <pc:docMk/>
              <pc:sldMasterMk cId="1270442930" sldId="2147483660"/>
              <pc:sldLayoutMk cId="2871343567" sldId="2147483664"/>
              <ac:inkMk id="12" creationId="{30649580-583C-4B6A-9755-80D062662B47}"/>
            </ac:inkMkLst>
          </pc:inkChg>
          <pc:inkChg chg="add">
            <ac:chgData name="Steve Hord" userId="7478402321db30a2" providerId="LiveId" clId="{224CC9B6-A6C2-46C7-BBB9-C6A60C5C4540}" dt="2020-10-28T23:01:58.349" v="428" actId="9405"/>
            <ac:inkMkLst>
              <pc:docMk/>
              <pc:sldMasterMk cId="1270442930" sldId="2147483660"/>
              <pc:sldLayoutMk cId="2871343567" sldId="2147483664"/>
              <ac:inkMk id="13" creationId="{C563E662-A115-4BA9-A520-DAB1F8FFDBA4}"/>
            </ac:inkMkLst>
          </pc:inkChg>
        </pc:sldLayoutChg>
      </pc:sldMasterChg>
    </pc:docChg>
  </pc:docChgLst>
  <pc:docChgLst>
    <pc:chgData name="Matteo Meloni" userId="6c2ec46ef3c237f1" providerId="Windows Live" clId="Web-{9B1080A5-1EFE-474F-BEE0-99AD834E289F}"/>
    <pc:docChg chg="modSld">
      <pc:chgData name="Matteo Meloni" userId="6c2ec46ef3c237f1" providerId="Windows Live" clId="Web-{9B1080A5-1EFE-474F-BEE0-99AD834E289F}" dt="2022-12-18T14:14:31.641" v="279" actId="20577"/>
      <pc:docMkLst>
        <pc:docMk/>
      </pc:docMkLst>
      <pc:sldChg chg="modSp">
        <pc:chgData name="Matteo Meloni" userId="6c2ec46ef3c237f1" providerId="Windows Live" clId="Web-{9B1080A5-1EFE-474F-BEE0-99AD834E289F}" dt="2022-12-18T14:14:31.641" v="279" actId="20577"/>
        <pc:sldMkLst>
          <pc:docMk/>
          <pc:sldMk cId="3083623366" sldId="260"/>
        </pc:sldMkLst>
        <pc:spChg chg="mod">
          <ac:chgData name="Matteo Meloni" userId="6c2ec46ef3c237f1" providerId="Windows Live" clId="Web-{9B1080A5-1EFE-474F-BEE0-99AD834E289F}" dt="2022-12-18T14:14:31.641" v="279" actId="20577"/>
          <ac:spMkLst>
            <pc:docMk/>
            <pc:sldMk cId="3083623366" sldId="260"/>
            <ac:spMk id="3" creationId="{902FD5C4-FE5F-46D2-ABC9-49FA4BB8442F}"/>
          </ac:spMkLst>
        </pc:spChg>
      </pc:sldChg>
    </pc:docChg>
  </pc:docChgLst>
  <pc:docChgLst>
    <pc:chgData name="Matteo Meloni" userId="6c2ec46ef3c237f1" providerId="Windows Live" clId="Web-{69CB9885-7657-4B63-905C-93A1288E922E}"/>
    <pc:docChg chg="addSld modSld">
      <pc:chgData name="Matteo Meloni" userId="6c2ec46ef3c237f1" providerId="Windows Live" clId="Web-{69CB9885-7657-4B63-905C-93A1288E922E}" dt="2022-12-23T14:46:44.725" v="51" actId="20577"/>
      <pc:docMkLst>
        <pc:docMk/>
      </pc:docMkLst>
      <pc:sldChg chg="modSp">
        <pc:chgData name="Matteo Meloni" userId="6c2ec46ef3c237f1" providerId="Windows Live" clId="Web-{69CB9885-7657-4B63-905C-93A1288E922E}" dt="2022-12-23T14:43:00.217" v="35" actId="1076"/>
        <pc:sldMkLst>
          <pc:docMk/>
          <pc:sldMk cId="1628756755" sldId="285"/>
        </pc:sldMkLst>
        <pc:spChg chg="mod">
          <ac:chgData name="Matteo Meloni" userId="6c2ec46ef3c237f1" providerId="Windows Live" clId="Web-{69CB9885-7657-4B63-905C-93A1288E922E}" dt="2022-12-23T14:43:00.217" v="35" actId="1076"/>
          <ac:spMkLst>
            <pc:docMk/>
            <pc:sldMk cId="1628756755" sldId="285"/>
            <ac:spMk id="3" creationId="{1A884BF9-640E-2671-5091-D8F14F854DDC}"/>
          </ac:spMkLst>
        </pc:spChg>
      </pc:sldChg>
      <pc:sldChg chg="addSp delSp modSp add replId">
        <pc:chgData name="Matteo Meloni" userId="6c2ec46ef3c237f1" providerId="Windows Live" clId="Web-{69CB9885-7657-4B63-905C-93A1288E922E}" dt="2022-12-23T14:46:44.725" v="51" actId="20577"/>
        <pc:sldMkLst>
          <pc:docMk/>
          <pc:sldMk cId="4135558750" sldId="290"/>
        </pc:sldMkLst>
        <pc:spChg chg="mod">
          <ac:chgData name="Matteo Meloni" userId="6c2ec46ef3c237f1" providerId="Windows Live" clId="Web-{69CB9885-7657-4B63-905C-93A1288E922E}" dt="2022-12-23T14:25:07.782" v="4" actId="20577"/>
          <ac:spMkLst>
            <pc:docMk/>
            <pc:sldMk cId="4135558750" sldId="290"/>
            <ac:spMk id="2" creationId="{F9647782-6BC2-984D-A14D-12A95F15331D}"/>
          </ac:spMkLst>
        </pc:spChg>
        <pc:spChg chg="mod">
          <ac:chgData name="Matteo Meloni" userId="6c2ec46ef3c237f1" providerId="Windows Live" clId="Web-{69CB9885-7657-4B63-905C-93A1288E922E}" dt="2022-12-23T14:42:46.123" v="31" actId="20577"/>
          <ac:spMkLst>
            <pc:docMk/>
            <pc:sldMk cId="4135558750" sldId="290"/>
            <ac:spMk id="3" creationId="{1A884BF9-640E-2671-5091-D8F14F854DDC}"/>
          </ac:spMkLst>
        </pc:spChg>
        <pc:spChg chg="add mod">
          <ac:chgData name="Matteo Meloni" userId="6c2ec46ef3c237f1" providerId="Windows Live" clId="Web-{69CB9885-7657-4B63-905C-93A1288E922E}" dt="2022-12-23T14:42:14.981" v="16" actId="1076"/>
          <ac:spMkLst>
            <pc:docMk/>
            <pc:sldMk cId="4135558750" sldId="290"/>
            <ac:spMk id="4" creationId="{EB9CFBE4-2397-88D8-DD49-3CCB4378DB1A}"/>
          </ac:spMkLst>
        </pc:spChg>
        <pc:spChg chg="add del">
          <ac:chgData name="Matteo Meloni" userId="6c2ec46ef3c237f1" providerId="Windows Live" clId="Web-{69CB9885-7657-4B63-905C-93A1288E922E}" dt="2022-12-23T14:42:40.701" v="28"/>
          <ac:spMkLst>
            <pc:docMk/>
            <pc:sldMk cId="4135558750" sldId="290"/>
            <ac:spMk id="6" creationId="{6531220A-7DF4-5C7F-4D4E-C079DFA90E67}"/>
          </ac:spMkLst>
        </pc:spChg>
        <pc:spChg chg="add del">
          <ac:chgData name="Matteo Meloni" userId="6c2ec46ef3c237f1" providerId="Windows Live" clId="Web-{69CB9885-7657-4B63-905C-93A1288E922E}" dt="2022-12-23T14:42:40.701" v="27"/>
          <ac:spMkLst>
            <pc:docMk/>
            <pc:sldMk cId="4135558750" sldId="290"/>
            <ac:spMk id="8" creationId="{856FD08A-1AA0-5B98-0388-B532D33941F9}"/>
          </ac:spMkLst>
        </pc:spChg>
        <pc:spChg chg="add del">
          <ac:chgData name="Matteo Meloni" userId="6c2ec46ef3c237f1" providerId="Windows Live" clId="Web-{69CB9885-7657-4B63-905C-93A1288E922E}" dt="2022-12-23T14:42:40.701" v="26"/>
          <ac:spMkLst>
            <pc:docMk/>
            <pc:sldMk cId="4135558750" sldId="290"/>
            <ac:spMk id="10" creationId="{E1D9BCCD-3D0A-DAC5-9AD4-F8D5D1B3BB4C}"/>
          </ac:spMkLst>
        </pc:spChg>
        <pc:spChg chg="add del">
          <ac:chgData name="Matteo Meloni" userId="6c2ec46ef3c237f1" providerId="Windows Live" clId="Web-{69CB9885-7657-4B63-905C-93A1288E922E}" dt="2022-12-23T14:42:40.701" v="25"/>
          <ac:spMkLst>
            <pc:docMk/>
            <pc:sldMk cId="4135558750" sldId="290"/>
            <ac:spMk id="12" creationId="{E31A0266-018A-B608-C816-CF370A7BF26D}"/>
          </ac:spMkLst>
        </pc:spChg>
        <pc:spChg chg="add del">
          <ac:chgData name="Matteo Meloni" userId="6c2ec46ef3c237f1" providerId="Windows Live" clId="Web-{69CB9885-7657-4B63-905C-93A1288E922E}" dt="2022-12-23T14:42:40.701" v="24"/>
          <ac:spMkLst>
            <pc:docMk/>
            <pc:sldMk cId="4135558750" sldId="290"/>
            <ac:spMk id="14" creationId="{0A514D0A-72B5-9B65-79B0-1695F4D5E968}"/>
          </ac:spMkLst>
        </pc:spChg>
        <pc:spChg chg="add mod">
          <ac:chgData name="Matteo Meloni" userId="6c2ec46ef3c237f1" providerId="Windows Live" clId="Web-{69CB9885-7657-4B63-905C-93A1288E922E}" dt="2022-12-23T14:46:38.022" v="47" actId="20577"/>
          <ac:spMkLst>
            <pc:docMk/>
            <pc:sldMk cId="4135558750" sldId="290"/>
            <ac:spMk id="16" creationId="{D3EC1F56-F2D2-2503-597B-C017385E8323}"/>
          </ac:spMkLst>
        </pc:spChg>
        <pc:spChg chg="add mod">
          <ac:chgData name="Matteo Meloni" userId="6c2ec46ef3c237f1" providerId="Windows Live" clId="Web-{69CB9885-7657-4B63-905C-93A1288E922E}" dt="2022-12-23T14:46:43.475" v="49" actId="20577"/>
          <ac:spMkLst>
            <pc:docMk/>
            <pc:sldMk cId="4135558750" sldId="290"/>
            <ac:spMk id="18" creationId="{58245473-AD0D-F1DE-A90D-8E07BDFED97A}"/>
          </ac:spMkLst>
        </pc:spChg>
        <pc:spChg chg="add mod">
          <ac:chgData name="Matteo Meloni" userId="6c2ec46ef3c237f1" providerId="Windows Live" clId="Web-{69CB9885-7657-4B63-905C-93A1288E922E}" dt="2022-12-23T14:46:44.725" v="51" actId="20577"/>
          <ac:spMkLst>
            <pc:docMk/>
            <pc:sldMk cId="4135558750" sldId="290"/>
            <ac:spMk id="20" creationId="{E4AA4C0D-2902-9954-6B7C-2AEED8A76718}"/>
          </ac:spMkLst>
        </pc:spChg>
        <pc:spChg chg="add mod">
          <ac:chgData name="Matteo Meloni" userId="6c2ec46ef3c237f1" providerId="Windows Live" clId="Web-{69CB9885-7657-4B63-905C-93A1288E922E}" dt="2022-12-23T14:43:15.280" v="44" actId="1076"/>
          <ac:spMkLst>
            <pc:docMk/>
            <pc:sldMk cId="4135558750" sldId="290"/>
            <ac:spMk id="22" creationId="{A75A6036-489C-6197-8FCC-A4BF02DF99AC}"/>
          </ac:spMkLst>
        </pc:spChg>
        <pc:spChg chg="add mod">
          <ac:chgData name="Matteo Meloni" userId="6c2ec46ef3c237f1" providerId="Windows Live" clId="Web-{69CB9885-7657-4B63-905C-93A1288E922E}" dt="2022-12-23T14:43:15.280" v="45" actId="1076"/>
          <ac:spMkLst>
            <pc:docMk/>
            <pc:sldMk cId="4135558750" sldId="290"/>
            <ac:spMk id="24" creationId="{F2803FAE-22C7-3FB3-3FFF-0A087D2F22C8}"/>
          </ac:spMkLst>
        </pc:spChg>
      </pc:sldChg>
    </pc:docChg>
  </pc:docChgLst>
  <pc:docChgLst>
    <pc:chgData name="Matteo Meloni" userId="6c2ec46ef3c237f1" providerId="Windows Live" clId="Web-{4B0624BD-98F5-4992-A6BA-CEB29AE7AE5B}"/>
    <pc:docChg chg="modSld">
      <pc:chgData name="Matteo Meloni" userId="6c2ec46ef3c237f1" providerId="Windows Live" clId="Web-{4B0624BD-98F5-4992-A6BA-CEB29AE7AE5B}" dt="2022-12-18T09:47:04.206" v="82" actId="20577"/>
      <pc:docMkLst>
        <pc:docMk/>
      </pc:docMkLst>
      <pc:sldChg chg="modSp">
        <pc:chgData name="Matteo Meloni" userId="6c2ec46ef3c237f1" providerId="Windows Live" clId="Web-{4B0624BD-98F5-4992-A6BA-CEB29AE7AE5B}" dt="2022-12-18T09:47:04.206" v="82" actId="20577"/>
        <pc:sldMkLst>
          <pc:docMk/>
          <pc:sldMk cId="3237914124" sldId="256"/>
        </pc:sldMkLst>
        <pc:spChg chg="mod">
          <ac:chgData name="Matteo Meloni" userId="6c2ec46ef3c237f1" providerId="Windows Live" clId="Web-{4B0624BD-98F5-4992-A6BA-CEB29AE7AE5B}" dt="2022-12-18T09:45:26.095" v="69" actId="20577"/>
          <ac:spMkLst>
            <pc:docMk/>
            <pc:sldMk cId="3237914124" sldId="256"/>
            <ac:spMk id="2" creationId="{2FE973FE-1F8B-4DED-8DC0-71E987678976}"/>
          </ac:spMkLst>
        </pc:spChg>
        <pc:spChg chg="mod">
          <ac:chgData name="Matteo Meloni" userId="6c2ec46ef3c237f1" providerId="Windows Live" clId="Web-{4B0624BD-98F5-4992-A6BA-CEB29AE7AE5B}" dt="2022-12-18T09:47:04.206" v="82" actId="20577"/>
          <ac:spMkLst>
            <pc:docMk/>
            <pc:sldMk cId="3237914124" sldId="256"/>
            <ac:spMk id="3" creationId="{93383873-F31C-4E31-B4BA-B40D502705CE}"/>
          </ac:spMkLst>
        </pc:spChg>
      </pc:sldChg>
    </pc:docChg>
  </pc:docChgLst>
  <pc:docChgLst>
    <pc:chgData name="Matteo Meloni" userId="6c2ec46ef3c237f1" providerId="Windows Live" clId="Web-{5C3FF111-B973-4E65-9B86-19AB533339A8}"/>
    <pc:docChg chg="addSld delSld modSld addMainMaster delMainMaster">
      <pc:chgData name="Matteo Meloni" userId="6c2ec46ef3c237f1" providerId="Windows Live" clId="Web-{5C3FF111-B973-4E65-9B86-19AB533339A8}" dt="2022-12-26T09:44:15.912" v="784" actId="20577"/>
      <pc:docMkLst>
        <pc:docMk/>
      </pc:docMkLst>
      <pc:sldChg chg="addSp delSp modSp mod setBg modClrScheme chgLayout">
        <pc:chgData name="Matteo Meloni" userId="6c2ec46ef3c237f1" providerId="Windows Live" clId="Web-{5C3FF111-B973-4E65-9B86-19AB533339A8}" dt="2022-12-26T07:50:33.886" v="176" actId="1076"/>
        <pc:sldMkLst>
          <pc:docMk/>
          <pc:sldMk cId="3237914124" sldId="256"/>
        </pc:sldMkLst>
        <pc:spChg chg="mod ord">
          <ac:chgData name="Matteo Meloni" userId="6c2ec46ef3c237f1" providerId="Windows Live" clId="Web-{5C3FF111-B973-4E65-9B86-19AB533339A8}" dt="2022-12-26T07:50:21.604" v="174" actId="1076"/>
          <ac:spMkLst>
            <pc:docMk/>
            <pc:sldMk cId="3237914124" sldId="256"/>
            <ac:spMk id="2" creationId="{2FE973FE-1F8B-4DED-8DC0-71E987678976}"/>
          </ac:spMkLst>
        </pc:spChg>
        <pc:spChg chg="mod ord">
          <ac:chgData name="Matteo Meloni" userId="6c2ec46ef3c237f1" providerId="Windows Live" clId="Web-{5C3FF111-B973-4E65-9B86-19AB533339A8}" dt="2022-12-26T07:50:33.886" v="176" actId="1076"/>
          <ac:spMkLst>
            <pc:docMk/>
            <pc:sldMk cId="3237914124" sldId="256"/>
            <ac:spMk id="3" creationId="{93383873-F31C-4E31-B4BA-B40D502705CE}"/>
          </ac:spMkLst>
        </pc:spChg>
        <pc:spChg chg="add del mod">
          <ac:chgData name="Matteo Meloni" userId="6c2ec46ef3c237f1" providerId="Windows Live" clId="Web-{5C3FF111-B973-4E65-9B86-19AB533339A8}" dt="2022-12-26T07:49:58.025" v="173"/>
          <ac:spMkLst>
            <pc:docMk/>
            <pc:sldMk cId="3237914124" sldId="256"/>
            <ac:spMk id="11" creationId="{ABAFA9E9-89A7-FF1B-9EA3-3754AA72157E}"/>
          </ac:spMkLst>
        </pc:spChg>
        <pc:picChg chg="del">
          <ac:chgData name="Matteo Meloni" userId="6c2ec46ef3c237f1" providerId="Windows Live" clId="Web-{5C3FF111-B973-4E65-9B86-19AB533339A8}" dt="2022-12-26T07:23:08.210" v="9"/>
          <ac:picMkLst>
            <pc:docMk/>
            <pc:sldMk cId="3237914124" sldId="256"/>
            <ac:picMk id="4" creationId="{472BA16E-D1FA-4491-9564-DD4BCFEACAD2}"/>
          </ac:picMkLst>
        </pc:picChg>
      </pc:sldChg>
      <pc:sldChg chg="addSp delSp modSp mod modClrScheme chgLayout">
        <pc:chgData name="Matteo Meloni" userId="6c2ec46ef3c237f1" providerId="Windows Live" clId="Web-{5C3FF111-B973-4E65-9B86-19AB533339A8}" dt="2022-12-26T07:36:39.444" v="123" actId="20577"/>
        <pc:sldMkLst>
          <pc:docMk/>
          <pc:sldMk cId="1339210688" sldId="257"/>
        </pc:sldMkLst>
        <pc:spChg chg="mod ord">
          <ac:chgData name="Matteo Meloni" userId="6c2ec46ef3c237f1" providerId="Windows Live" clId="Web-{5C3FF111-B973-4E65-9B86-19AB533339A8}" dt="2022-12-26T07:22:30.177" v="7"/>
          <ac:spMkLst>
            <pc:docMk/>
            <pc:sldMk cId="1339210688" sldId="257"/>
            <ac:spMk id="2" creationId="{2873BEC0-94F5-4226-A9E7-51B66045EF49}"/>
          </ac:spMkLst>
        </pc:spChg>
        <pc:spChg chg="mod ord">
          <ac:chgData name="Matteo Meloni" userId="6c2ec46ef3c237f1" providerId="Windows Live" clId="Web-{5C3FF111-B973-4E65-9B86-19AB533339A8}" dt="2022-12-26T07:36:39.444" v="123" actId="20577"/>
          <ac:spMkLst>
            <pc:docMk/>
            <pc:sldMk cId="1339210688" sldId="257"/>
            <ac:spMk id="3" creationId="{902FD5C4-FE5F-46D2-ABC9-49FA4BB8442F}"/>
          </ac:spMkLst>
        </pc:spChg>
        <pc:picChg chg="del">
          <ac:chgData name="Matteo Meloni" userId="6c2ec46ef3c237f1" providerId="Windows Live" clId="Web-{5C3FF111-B973-4E65-9B86-19AB533339A8}" dt="2022-12-26T07:34:54.690" v="107"/>
          <ac:picMkLst>
            <pc:docMk/>
            <pc:sldMk cId="1339210688" sldId="257"/>
            <ac:picMk id="4" creationId="{9B37F9FA-3571-49C2-8811-B1159FCC0D6D}"/>
          </ac:picMkLst>
        </pc:picChg>
        <pc:picChg chg="add mod">
          <ac:chgData name="Matteo Meloni" userId="6c2ec46ef3c237f1" providerId="Windows Live" clId="Web-{5C3FF111-B973-4E65-9B86-19AB533339A8}" dt="2022-12-26T07:36:18.943" v="119" actId="14100"/>
          <ac:picMkLst>
            <pc:docMk/>
            <pc:sldMk cId="1339210688" sldId="257"/>
            <ac:picMk id="5" creationId="{723DAD1D-0FEF-5C86-B4F0-6EEFE6BFD28C}"/>
          </ac:picMkLst>
        </pc:picChg>
      </pc:sldChg>
      <pc:sldChg chg="modSp del mod modClrScheme chgLayout">
        <pc:chgData name="Matteo Meloni" userId="6c2ec46ef3c237f1" providerId="Windows Live" clId="Web-{5C3FF111-B973-4E65-9B86-19AB533339A8}" dt="2022-12-26T09:43:22.583" v="781"/>
        <pc:sldMkLst>
          <pc:docMk/>
          <pc:sldMk cId="1957259874" sldId="258"/>
        </pc:sldMkLst>
        <pc:spChg chg="mod ord">
          <ac:chgData name="Matteo Meloni" userId="6c2ec46ef3c237f1" providerId="Windows Live" clId="Web-{5C3FF111-B973-4E65-9B86-19AB533339A8}" dt="2022-12-26T07:22:30.177" v="7"/>
          <ac:spMkLst>
            <pc:docMk/>
            <pc:sldMk cId="1957259874" sldId="258"/>
            <ac:spMk id="2" creationId="{65C3525F-7CB4-4C06-B037-C81D2DED9B80}"/>
          </ac:spMkLst>
        </pc:spChg>
        <pc:spChg chg="mod ord">
          <ac:chgData name="Matteo Meloni" userId="6c2ec46ef3c237f1" providerId="Windows Live" clId="Web-{5C3FF111-B973-4E65-9B86-19AB533339A8}" dt="2022-12-26T07:22:30.177" v="7"/>
          <ac:spMkLst>
            <pc:docMk/>
            <pc:sldMk cId="1957259874" sldId="258"/>
            <ac:spMk id="3" creationId="{E4FC0D20-FACF-4D73-BD27-CF8F6B97546A}"/>
          </ac:spMkLst>
        </pc:spChg>
        <pc:spChg chg="mod ord">
          <ac:chgData name="Matteo Meloni" userId="6c2ec46ef3c237f1" providerId="Windows Live" clId="Web-{5C3FF111-B973-4E65-9B86-19AB533339A8}" dt="2022-12-26T07:22:30.177" v="7"/>
          <ac:spMkLst>
            <pc:docMk/>
            <pc:sldMk cId="1957259874" sldId="258"/>
            <ac:spMk id="4" creationId="{ACA6A89D-097D-4968-A07A-39A5B4F78A62}"/>
          </ac:spMkLst>
        </pc:spChg>
      </pc:sldChg>
      <pc:sldChg chg="addSp delSp modSp mod modClrScheme chgLayout">
        <pc:chgData name="Matteo Meloni" userId="6c2ec46ef3c237f1" providerId="Windows Live" clId="Web-{5C3FF111-B973-4E65-9B86-19AB533339A8}" dt="2022-12-26T07:42:32.994" v="139" actId="20577"/>
        <pc:sldMkLst>
          <pc:docMk/>
          <pc:sldMk cId="3083623366" sldId="260"/>
        </pc:sldMkLst>
        <pc:spChg chg="mod ord">
          <ac:chgData name="Matteo Meloni" userId="6c2ec46ef3c237f1" providerId="Windows Live" clId="Web-{5C3FF111-B973-4E65-9B86-19AB533339A8}" dt="2022-12-26T07:22:30.177" v="7"/>
          <ac:spMkLst>
            <pc:docMk/>
            <pc:sldMk cId="3083623366" sldId="260"/>
            <ac:spMk id="2" creationId="{2873BEC0-94F5-4226-A9E7-51B66045EF49}"/>
          </ac:spMkLst>
        </pc:spChg>
        <pc:spChg chg="mod ord">
          <ac:chgData name="Matteo Meloni" userId="6c2ec46ef3c237f1" providerId="Windows Live" clId="Web-{5C3FF111-B973-4E65-9B86-19AB533339A8}" dt="2022-12-26T07:42:32.994" v="139" actId="20577"/>
          <ac:spMkLst>
            <pc:docMk/>
            <pc:sldMk cId="3083623366" sldId="260"/>
            <ac:spMk id="3" creationId="{902FD5C4-FE5F-46D2-ABC9-49FA4BB8442F}"/>
          </ac:spMkLst>
        </pc:spChg>
        <pc:picChg chg="add mod">
          <ac:chgData name="Matteo Meloni" userId="6c2ec46ef3c237f1" providerId="Windows Live" clId="Web-{5C3FF111-B973-4E65-9B86-19AB533339A8}" dt="2022-12-26T07:41:22.753" v="135" actId="1076"/>
          <ac:picMkLst>
            <pc:docMk/>
            <pc:sldMk cId="3083623366" sldId="260"/>
            <ac:picMk id="4" creationId="{F17126F5-C522-92AF-D1DE-E422E7B03D2B}"/>
          </ac:picMkLst>
        </pc:picChg>
        <pc:picChg chg="del">
          <ac:chgData name="Matteo Meloni" userId="6c2ec46ef3c237f1" providerId="Windows Live" clId="Web-{5C3FF111-B973-4E65-9B86-19AB533339A8}" dt="2022-12-26T07:40:58.657" v="131"/>
          <ac:picMkLst>
            <pc:docMk/>
            <pc:sldMk cId="3083623366" sldId="260"/>
            <ac:picMk id="5" creationId="{65078B9B-93A7-4517-9E78-2F5C028F2238}"/>
          </ac:picMkLst>
        </pc:picChg>
      </pc:sldChg>
      <pc:sldChg chg="addSp delSp modSp mod modClrScheme chgLayout">
        <pc:chgData name="Matteo Meloni" userId="6c2ec46ef3c237f1" providerId="Windows Live" clId="Web-{5C3FF111-B973-4E65-9B86-19AB533339A8}" dt="2022-12-26T08:02:14.531" v="220" actId="14100"/>
        <pc:sldMkLst>
          <pc:docMk/>
          <pc:sldMk cId="710623681" sldId="261"/>
        </pc:sldMkLst>
        <pc:spChg chg="mod ord">
          <ac:chgData name="Matteo Meloni" userId="6c2ec46ef3c237f1" providerId="Windows Live" clId="Web-{5C3FF111-B973-4E65-9B86-19AB533339A8}" dt="2022-12-26T07:22:30.177" v="7"/>
          <ac:spMkLst>
            <pc:docMk/>
            <pc:sldMk cId="710623681" sldId="261"/>
            <ac:spMk id="2" creationId="{2873BEC0-94F5-4226-A9E7-51B66045EF49}"/>
          </ac:spMkLst>
        </pc:spChg>
        <pc:spChg chg="mod">
          <ac:chgData name="Matteo Meloni" userId="6c2ec46ef3c237f1" providerId="Windows Live" clId="Web-{5C3FF111-B973-4E65-9B86-19AB533339A8}" dt="2022-12-26T07:58:00.105" v="205" actId="14100"/>
          <ac:spMkLst>
            <pc:docMk/>
            <pc:sldMk cId="710623681" sldId="261"/>
            <ac:spMk id="5" creationId="{DC710A13-9821-054D-8648-FB592F1CDDDF}"/>
          </ac:spMkLst>
        </pc:spChg>
        <pc:picChg chg="add del mod">
          <ac:chgData name="Matteo Meloni" userId="6c2ec46ef3c237f1" providerId="Windows Live" clId="Web-{5C3FF111-B973-4E65-9B86-19AB533339A8}" dt="2022-12-26T07:58:05.449" v="208"/>
          <ac:picMkLst>
            <pc:docMk/>
            <pc:sldMk cId="710623681" sldId="261"/>
            <ac:picMk id="3" creationId="{6FDF144D-E5E5-0847-2BD7-55A1B86D92A1}"/>
          </ac:picMkLst>
        </pc:picChg>
        <pc:picChg chg="del">
          <ac:chgData name="Matteo Meloni" userId="6c2ec46ef3c237f1" providerId="Windows Live" clId="Web-{5C3FF111-B973-4E65-9B86-19AB533339A8}" dt="2022-12-26T07:54:08.378" v="199"/>
          <ac:picMkLst>
            <pc:docMk/>
            <pc:sldMk cId="710623681" sldId="261"/>
            <ac:picMk id="4" creationId="{EE158731-59BB-48A2-A901-D7C35E91BA10}"/>
          </ac:picMkLst>
        </pc:picChg>
        <pc:picChg chg="add del mod">
          <ac:chgData name="Matteo Meloni" userId="6c2ec46ef3c237f1" providerId="Windows Live" clId="Web-{5C3FF111-B973-4E65-9B86-19AB533339A8}" dt="2022-12-26T07:59:37.552" v="213"/>
          <ac:picMkLst>
            <pc:docMk/>
            <pc:sldMk cId="710623681" sldId="261"/>
            <ac:picMk id="6" creationId="{02AA0D9D-C1C2-A223-DAE3-96466DACF655}"/>
          </ac:picMkLst>
        </pc:picChg>
        <pc:picChg chg="add del mod">
          <ac:chgData name="Matteo Meloni" userId="6c2ec46ef3c237f1" providerId="Windows Live" clId="Web-{5C3FF111-B973-4E65-9B86-19AB533339A8}" dt="2022-12-26T08:02:04.499" v="217"/>
          <ac:picMkLst>
            <pc:docMk/>
            <pc:sldMk cId="710623681" sldId="261"/>
            <ac:picMk id="7" creationId="{962982EE-0A38-3F06-E879-B2DE341FA793}"/>
          </ac:picMkLst>
        </pc:picChg>
        <pc:picChg chg="add mod">
          <ac:chgData name="Matteo Meloni" userId="6c2ec46ef3c237f1" providerId="Windows Live" clId="Web-{5C3FF111-B973-4E65-9B86-19AB533339A8}" dt="2022-12-26T08:02:14.531" v="220" actId="14100"/>
          <ac:picMkLst>
            <pc:docMk/>
            <pc:sldMk cId="710623681" sldId="261"/>
            <ac:picMk id="8" creationId="{6A828DC8-8C55-8A1B-F0F1-8FEA548155F9}"/>
          </ac:picMkLst>
        </pc:picChg>
      </pc:sldChg>
      <pc:sldChg chg="delSp modSp mod modClrScheme chgLayout">
        <pc:chgData name="Matteo Meloni" userId="6c2ec46ef3c237f1" providerId="Windows Live" clId="Web-{5C3FF111-B973-4E65-9B86-19AB533339A8}" dt="2022-12-26T08:03:51.050" v="237" actId="20577"/>
        <pc:sldMkLst>
          <pc:docMk/>
          <pc:sldMk cId="452859177" sldId="262"/>
        </pc:sldMkLst>
        <pc:spChg chg="mod ord">
          <ac:chgData name="Matteo Meloni" userId="6c2ec46ef3c237f1" providerId="Windows Live" clId="Web-{5C3FF111-B973-4E65-9B86-19AB533339A8}" dt="2022-12-26T07:22:30.177" v="7"/>
          <ac:spMkLst>
            <pc:docMk/>
            <pc:sldMk cId="452859177" sldId="262"/>
            <ac:spMk id="2" creationId="{2873BEC0-94F5-4226-A9E7-51B66045EF49}"/>
          </ac:spMkLst>
        </pc:spChg>
        <pc:spChg chg="mod ord">
          <ac:chgData name="Matteo Meloni" userId="6c2ec46ef3c237f1" providerId="Windows Live" clId="Web-{5C3FF111-B973-4E65-9B86-19AB533339A8}" dt="2022-12-26T08:03:51.050" v="237" actId="20577"/>
          <ac:spMkLst>
            <pc:docMk/>
            <pc:sldMk cId="452859177" sldId="262"/>
            <ac:spMk id="3" creationId="{902FD5C4-FE5F-46D2-ABC9-49FA4BB8442F}"/>
          </ac:spMkLst>
        </pc:spChg>
        <pc:picChg chg="del">
          <ac:chgData name="Matteo Meloni" userId="6c2ec46ef3c237f1" providerId="Windows Live" clId="Web-{5C3FF111-B973-4E65-9B86-19AB533339A8}" dt="2022-12-26T08:02:53.064" v="221"/>
          <ac:picMkLst>
            <pc:docMk/>
            <pc:sldMk cId="452859177" sldId="262"/>
            <ac:picMk id="5" creationId="{33AE176B-DE78-4B75-AC9E-2A422E82D533}"/>
          </ac:picMkLst>
        </pc:picChg>
      </pc:sldChg>
      <pc:sldChg chg="modSp mod modClrScheme chgLayout">
        <pc:chgData name="Matteo Meloni" userId="6c2ec46ef3c237f1" providerId="Windows Live" clId="Web-{5C3FF111-B973-4E65-9B86-19AB533339A8}" dt="2022-12-26T07:22:30.177" v="7"/>
        <pc:sldMkLst>
          <pc:docMk/>
          <pc:sldMk cId="1464666480" sldId="263"/>
        </pc:sldMkLst>
        <pc:spChg chg="mod ord">
          <ac:chgData name="Matteo Meloni" userId="6c2ec46ef3c237f1" providerId="Windows Live" clId="Web-{5C3FF111-B973-4E65-9B86-19AB533339A8}" dt="2022-12-26T07:22:30.177" v="7"/>
          <ac:spMkLst>
            <pc:docMk/>
            <pc:sldMk cId="1464666480" sldId="263"/>
            <ac:spMk id="2" creationId="{2873BEC0-94F5-4226-A9E7-51B66045EF49}"/>
          </ac:spMkLst>
        </pc:spChg>
        <pc:spChg chg="mod ord">
          <ac:chgData name="Matteo Meloni" userId="6c2ec46ef3c237f1" providerId="Windows Live" clId="Web-{5C3FF111-B973-4E65-9B86-19AB533339A8}" dt="2022-12-26T07:22:30.177" v="7"/>
          <ac:spMkLst>
            <pc:docMk/>
            <pc:sldMk cId="1464666480" sldId="263"/>
            <ac:spMk id="3" creationId="{902FD5C4-FE5F-46D2-ABC9-49FA4BB8442F}"/>
          </ac:spMkLst>
        </pc:spChg>
      </pc:sldChg>
      <pc:sldChg chg="modSp del mod modClrScheme chgLayout">
        <pc:chgData name="Matteo Meloni" userId="6c2ec46ef3c237f1" providerId="Windows Live" clId="Web-{5C3FF111-B973-4E65-9B86-19AB533339A8}" dt="2022-12-26T09:43:22.583" v="780"/>
        <pc:sldMkLst>
          <pc:docMk/>
          <pc:sldMk cId="545569246" sldId="264"/>
        </pc:sldMkLst>
        <pc:spChg chg="mod ord">
          <ac:chgData name="Matteo Meloni" userId="6c2ec46ef3c237f1" providerId="Windows Live" clId="Web-{5C3FF111-B973-4E65-9B86-19AB533339A8}" dt="2022-12-26T07:22:30.177" v="7"/>
          <ac:spMkLst>
            <pc:docMk/>
            <pc:sldMk cId="545569246" sldId="264"/>
            <ac:spMk id="2" creationId="{65C3525F-7CB4-4C06-B037-C81D2DED9B80}"/>
          </ac:spMkLst>
        </pc:spChg>
        <pc:spChg chg="mod ord">
          <ac:chgData name="Matteo Meloni" userId="6c2ec46ef3c237f1" providerId="Windows Live" clId="Web-{5C3FF111-B973-4E65-9B86-19AB533339A8}" dt="2022-12-26T07:22:30.177" v="7"/>
          <ac:spMkLst>
            <pc:docMk/>
            <pc:sldMk cId="545569246" sldId="264"/>
            <ac:spMk id="3" creationId="{E4FC0D20-FACF-4D73-BD27-CF8F6B97546A}"/>
          </ac:spMkLst>
        </pc:spChg>
        <pc:spChg chg="mod ord">
          <ac:chgData name="Matteo Meloni" userId="6c2ec46ef3c237f1" providerId="Windows Live" clId="Web-{5C3FF111-B973-4E65-9B86-19AB533339A8}" dt="2022-12-26T07:22:30.177" v="7"/>
          <ac:spMkLst>
            <pc:docMk/>
            <pc:sldMk cId="545569246" sldId="264"/>
            <ac:spMk id="4" creationId="{ACA6A89D-097D-4968-A07A-39A5B4F78A62}"/>
          </ac:spMkLst>
        </pc:spChg>
      </pc:sldChg>
      <pc:sldChg chg="modSp del mod modClrScheme chgLayout">
        <pc:chgData name="Matteo Meloni" userId="6c2ec46ef3c237f1" providerId="Windows Live" clId="Web-{5C3FF111-B973-4E65-9B86-19AB533339A8}" dt="2022-12-26T09:43:22.583" v="777"/>
        <pc:sldMkLst>
          <pc:docMk/>
          <pc:sldMk cId="9691683" sldId="267"/>
        </pc:sldMkLst>
        <pc:spChg chg="mod ord">
          <ac:chgData name="Matteo Meloni" userId="6c2ec46ef3c237f1" providerId="Windows Live" clId="Web-{5C3FF111-B973-4E65-9B86-19AB533339A8}" dt="2022-12-26T07:22:30.177" v="7"/>
          <ac:spMkLst>
            <pc:docMk/>
            <pc:sldMk cId="9691683" sldId="267"/>
            <ac:spMk id="2" creationId="{2873BEC0-94F5-4226-A9E7-51B66045EF49}"/>
          </ac:spMkLst>
        </pc:spChg>
        <pc:spChg chg="mod ord">
          <ac:chgData name="Matteo Meloni" userId="6c2ec46ef3c237f1" providerId="Windows Live" clId="Web-{5C3FF111-B973-4E65-9B86-19AB533339A8}" dt="2022-12-26T07:22:30.177" v="7"/>
          <ac:spMkLst>
            <pc:docMk/>
            <pc:sldMk cId="9691683" sldId="267"/>
            <ac:spMk id="3" creationId="{902FD5C4-FE5F-46D2-ABC9-49FA4BB8442F}"/>
          </ac:spMkLst>
        </pc:spChg>
      </pc:sldChg>
      <pc:sldChg chg="modSp del mod modClrScheme chgLayout">
        <pc:chgData name="Matteo Meloni" userId="6c2ec46ef3c237f1" providerId="Windows Live" clId="Web-{5C3FF111-B973-4E65-9B86-19AB533339A8}" dt="2022-12-26T09:43:22.583" v="776"/>
        <pc:sldMkLst>
          <pc:docMk/>
          <pc:sldMk cId="916853615" sldId="268"/>
        </pc:sldMkLst>
        <pc:spChg chg="mod ord">
          <ac:chgData name="Matteo Meloni" userId="6c2ec46ef3c237f1" providerId="Windows Live" clId="Web-{5C3FF111-B973-4E65-9B86-19AB533339A8}" dt="2022-12-26T07:22:30.177" v="7"/>
          <ac:spMkLst>
            <pc:docMk/>
            <pc:sldMk cId="916853615" sldId="268"/>
            <ac:spMk id="2" creationId="{2873BEC0-94F5-4226-A9E7-51B66045EF49}"/>
          </ac:spMkLst>
        </pc:spChg>
        <pc:spChg chg="mod ord">
          <ac:chgData name="Matteo Meloni" userId="6c2ec46ef3c237f1" providerId="Windows Live" clId="Web-{5C3FF111-B973-4E65-9B86-19AB533339A8}" dt="2022-12-26T07:22:30.177" v="7"/>
          <ac:spMkLst>
            <pc:docMk/>
            <pc:sldMk cId="916853615" sldId="268"/>
            <ac:spMk id="8" creationId="{EFCC0E64-0E5B-4BA1-BC72-30FA1DE96F29}"/>
          </ac:spMkLst>
        </pc:spChg>
      </pc:sldChg>
      <pc:sldChg chg="modSp del mod modClrScheme chgLayout">
        <pc:chgData name="Matteo Meloni" userId="6c2ec46ef3c237f1" providerId="Windows Live" clId="Web-{5C3FF111-B973-4E65-9B86-19AB533339A8}" dt="2022-12-26T09:43:22.583" v="775"/>
        <pc:sldMkLst>
          <pc:docMk/>
          <pc:sldMk cId="3266127139" sldId="269"/>
        </pc:sldMkLst>
        <pc:spChg chg="mod ord">
          <ac:chgData name="Matteo Meloni" userId="6c2ec46ef3c237f1" providerId="Windows Live" clId="Web-{5C3FF111-B973-4E65-9B86-19AB533339A8}" dt="2022-12-26T07:22:30.177" v="7"/>
          <ac:spMkLst>
            <pc:docMk/>
            <pc:sldMk cId="3266127139" sldId="269"/>
            <ac:spMk id="2" creationId="{2873BEC0-94F5-4226-A9E7-51B66045EF49}"/>
          </ac:spMkLst>
        </pc:spChg>
        <pc:spChg chg="mod ord">
          <ac:chgData name="Matteo Meloni" userId="6c2ec46ef3c237f1" providerId="Windows Live" clId="Web-{5C3FF111-B973-4E65-9B86-19AB533339A8}" dt="2022-12-26T07:22:30.177" v="7"/>
          <ac:spMkLst>
            <pc:docMk/>
            <pc:sldMk cId="3266127139" sldId="269"/>
            <ac:spMk id="8" creationId="{EFCC0E64-0E5B-4BA1-BC72-30FA1DE96F29}"/>
          </ac:spMkLst>
        </pc:spChg>
      </pc:sldChg>
      <pc:sldChg chg="modSp del mod modClrScheme chgLayout">
        <pc:chgData name="Matteo Meloni" userId="6c2ec46ef3c237f1" providerId="Windows Live" clId="Web-{5C3FF111-B973-4E65-9B86-19AB533339A8}" dt="2022-12-26T09:43:22.583" v="774"/>
        <pc:sldMkLst>
          <pc:docMk/>
          <pc:sldMk cId="3517973280" sldId="270"/>
        </pc:sldMkLst>
        <pc:spChg chg="mod ord">
          <ac:chgData name="Matteo Meloni" userId="6c2ec46ef3c237f1" providerId="Windows Live" clId="Web-{5C3FF111-B973-4E65-9B86-19AB533339A8}" dt="2022-12-26T07:22:30.177" v="7"/>
          <ac:spMkLst>
            <pc:docMk/>
            <pc:sldMk cId="3517973280" sldId="270"/>
            <ac:spMk id="2" creationId="{2873BEC0-94F5-4226-A9E7-51B66045EF49}"/>
          </ac:spMkLst>
        </pc:spChg>
        <pc:spChg chg="mod ord">
          <ac:chgData name="Matteo Meloni" userId="6c2ec46ef3c237f1" providerId="Windows Live" clId="Web-{5C3FF111-B973-4E65-9B86-19AB533339A8}" dt="2022-12-26T07:22:30.177" v="7"/>
          <ac:spMkLst>
            <pc:docMk/>
            <pc:sldMk cId="3517973280" sldId="270"/>
            <ac:spMk id="8" creationId="{EFCC0E64-0E5B-4BA1-BC72-30FA1DE96F29}"/>
          </ac:spMkLst>
        </pc:spChg>
      </pc:sldChg>
      <pc:sldChg chg="modSp del mod modClrScheme chgLayout">
        <pc:chgData name="Matteo Meloni" userId="6c2ec46ef3c237f1" providerId="Windows Live" clId="Web-{5C3FF111-B973-4E65-9B86-19AB533339A8}" dt="2022-12-26T09:43:22.583" v="773"/>
        <pc:sldMkLst>
          <pc:docMk/>
          <pc:sldMk cId="2161130591" sldId="272"/>
        </pc:sldMkLst>
        <pc:spChg chg="mod ord">
          <ac:chgData name="Matteo Meloni" userId="6c2ec46ef3c237f1" providerId="Windows Live" clId="Web-{5C3FF111-B973-4E65-9B86-19AB533339A8}" dt="2022-12-26T07:22:30.177" v="7"/>
          <ac:spMkLst>
            <pc:docMk/>
            <pc:sldMk cId="2161130591" sldId="272"/>
            <ac:spMk id="2" creationId="{2873BEC0-94F5-4226-A9E7-51B66045EF49}"/>
          </ac:spMkLst>
        </pc:spChg>
        <pc:spChg chg="mod ord">
          <ac:chgData name="Matteo Meloni" userId="6c2ec46ef3c237f1" providerId="Windows Live" clId="Web-{5C3FF111-B973-4E65-9B86-19AB533339A8}" dt="2022-12-26T07:22:30.177" v="7"/>
          <ac:spMkLst>
            <pc:docMk/>
            <pc:sldMk cId="2161130591" sldId="272"/>
            <ac:spMk id="5" creationId="{28684E62-A9F8-4E7A-AB01-78893062A1B4}"/>
          </ac:spMkLst>
        </pc:spChg>
        <pc:picChg chg="mod ord">
          <ac:chgData name="Matteo Meloni" userId="6c2ec46ef3c237f1" providerId="Windows Live" clId="Web-{5C3FF111-B973-4E65-9B86-19AB533339A8}" dt="2022-12-26T07:22:30.177" v="7"/>
          <ac:picMkLst>
            <pc:docMk/>
            <pc:sldMk cId="2161130591" sldId="272"/>
            <ac:picMk id="3" creationId="{22E5FA6B-CA5C-4FB5-AAB3-8260D2EF86C9}"/>
          </ac:picMkLst>
        </pc:picChg>
      </pc:sldChg>
      <pc:sldChg chg="modSp del mod modClrScheme chgLayout">
        <pc:chgData name="Matteo Meloni" userId="6c2ec46ef3c237f1" providerId="Windows Live" clId="Web-{5C3FF111-B973-4E65-9B86-19AB533339A8}" dt="2022-12-26T09:43:22.583" v="772"/>
        <pc:sldMkLst>
          <pc:docMk/>
          <pc:sldMk cId="647271476" sldId="273"/>
        </pc:sldMkLst>
        <pc:spChg chg="mod ord">
          <ac:chgData name="Matteo Meloni" userId="6c2ec46ef3c237f1" providerId="Windows Live" clId="Web-{5C3FF111-B973-4E65-9B86-19AB533339A8}" dt="2022-12-26T07:22:30.177" v="7"/>
          <ac:spMkLst>
            <pc:docMk/>
            <pc:sldMk cId="647271476" sldId="273"/>
            <ac:spMk id="2" creationId="{65C3525F-7CB4-4C06-B037-C81D2DED9B80}"/>
          </ac:spMkLst>
        </pc:spChg>
        <pc:spChg chg="mod ord">
          <ac:chgData name="Matteo Meloni" userId="6c2ec46ef3c237f1" providerId="Windows Live" clId="Web-{5C3FF111-B973-4E65-9B86-19AB533339A8}" dt="2022-12-26T07:22:30.177" v="7"/>
          <ac:spMkLst>
            <pc:docMk/>
            <pc:sldMk cId="647271476" sldId="273"/>
            <ac:spMk id="3" creationId="{E4FC0D20-FACF-4D73-BD27-CF8F6B97546A}"/>
          </ac:spMkLst>
        </pc:spChg>
        <pc:spChg chg="mod ord">
          <ac:chgData name="Matteo Meloni" userId="6c2ec46ef3c237f1" providerId="Windows Live" clId="Web-{5C3FF111-B973-4E65-9B86-19AB533339A8}" dt="2022-12-26T07:22:30.177" v="7"/>
          <ac:spMkLst>
            <pc:docMk/>
            <pc:sldMk cId="647271476" sldId="273"/>
            <ac:spMk id="4" creationId="{ACA6A89D-097D-4968-A07A-39A5B4F78A62}"/>
          </ac:spMkLst>
        </pc:spChg>
      </pc:sldChg>
      <pc:sldChg chg="modSp del mod modClrScheme chgLayout">
        <pc:chgData name="Matteo Meloni" userId="6c2ec46ef3c237f1" providerId="Windows Live" clId="Web-{5C3FF111-B973-4E65-9B86-19AB533339A8}" dt="2022-12-26T09:43:22.583" v="771"/>
        <pc:sldMkLst>
          <pc:docMk/>
          <pc:sldMk cId="1630123617" sldId="274"/>
        </pc:sldMkLst>
        <pc:spChg chg="mod ord">
          <ac:chgData name="Matteo Meloni" userId="6c2ec46ef3c237f1" providerId="Windows Live" clId="Web-{5C3FF111-B973-4E65-9B86-19AB533339A8}" dt="2022-12-26T07:22:30.177" v="7"/>
          <ac:spMkLst>
            <pc:docMk/>
            <pc:sldMk cId="1630123617" sldId="274"/>
            <ac:spMk id="2" creationId="{2873BEC0-94F5-4226-A9E7-51B66045EF49}"/>
          </ac:spMkLst>
        </pc:spChg>
        <pc:spChg chg="mod ord">
          <ac:chgData name="Matteo Meloni" userId="6c2ec46ef3c237f1" providerId="Windows Live" clId="Web-{5C3FF111-B973-4E65-9B86-19AB533339A8}" dt="2022-12-26T07:22:30.177" v="7"/>
          <ac:spMkLst>
            <pc:docMk/>
            <pc:sldMk cId="1630123617" sldId="274"/>
            <ac:spMk id="5" creationId="{28684E62-A9F8-4E7A-AB01-78893062A1B4}"/>
          </ac:spMkLst>
        </pc:spChg>
        <pc:picChg chg="mod ord">
          <ac:chgData name="Matteo Meloni" userId="6c2ec46ef3c237f1" providerId="Windows Live" clId="Web-{5C3FF111-B973-4E65-9B86-19AB533339A8}" dt="2022-12-26T07:22:30.177" v="7"/>
          <ac:picMkLst>
            <pc:docMk/>
            <pc:sldMk cId="1630123617" sldId="274"/>
            <ac:picMk id="6" creationId="{5E013141-2139-434F-83AB-CF1C80A7AC4A}"/>
          </ac:picMkLst>
        </pc:picChg>
      </pc:sldChg>
      <pc:sldChg chg="modSp del mod modClrScheme chgLayout">
        <pc:chgData name="Matteo Meloni" userId="6c2ec46ef3c237f1" providerId="Windows Live" clId="Web-{5C3FF111-B973-4E65-9B86-19AB533339A8}" dt="2022-12-26T09:43:22.583" v="770"/>
        <pc:sldMkLst>
          <pc:docMk/>
          <pc:sldMk cId="3410008520" sldId="275"/>
        </pc:sldMkLst>
        <pc:spChg chg="mod ord">
          <ac:chgData name="Matteo Meloni" userId="6c2ec46ef3c237f1" providerId="Windows Live" clId="Web-{5C3FF111-B973-4E65-9B86-19AB533339A8}" dt="2022-12-26T07:22:30.177" v="7"/>
          <ac:spMkLst>
            <pc:docMk/>
            <pc:sldMk cId="3410008520" sldId="275"/>
            <ac:spMk id="2" creationId="{2873BEC0-94F5-4226-A9E7-51B66045EF49}"/>
          </ac:spMkLst>
        </pc:spChg>
        <pc:spChg chg="mod ord">
          <ac:chgData name="Matteo Meloni" userId="6c2ec46ef3c237f1" providerId="Windows Live" clId="Web-{5C3FF111-B973-4E65-9B86-19AB533339A8}" dt="2022-12-26T07:22:30.177" v="7"/>
          <ac:spMkLst>
            <pc:docMk/>
            <pc:sldMk cId="3410008520" sldId="275"/>
            <ac:spMk id="5" creationId="{28684E62-A9F8-4E7A-AB01-78893062A1B4}"/>
          </ac:spMkLst>
        </pc:spChg>
        <pc:picChg chg="mod ord">
          <ac:chgData name="Matteo Meloni" userId="6c2ec46ef3c237f1" providerId="Windows Live" clId="Web-{5C3FF111-B973-4E65-9B86-19AB533339A8}" dt="2022-12-26T07:22:30.177" v="7"/>
          <ac:picMkLst>
            <pc:docMk/>
            <pc:sldMk cId="3410008520" sldId="275"/>
            <ac:picMk id="4" creationId="{D5D63823-FC2E-4AC2-93D5-3C2B6F315436}"/>
          </ac:picMkLst>
        </pc:picChg>
      </pc:sldChg>
      <pc:sldChg chg="modSp del mod modClrScheme chgLayout">
        <pc:chgData name="Matteo Meloni" userId="6c2ec46ef3c237f1" providerId="Windows Live" clId="Web-{5C3FF111-B973-4E65-9B86-19AB533339A8}" dt="2022-12-26T09:43:22.583" v="769"/>
        <pc:sldMkLst>
          <pc:docMk/>
          <pc:sldMk cId="3078551498" sldId="276"/>
        </pc:sldMkLst>
        <pc:spChg chg="mod ord">
          <ac:chgData name="Matteo Meloni" userId="6c2ec46ef3c237f1" providerId="Windows Live" clId="Web-{5C3FF111-B973-4E65-9B86-19AB533339A8}" dt="2022-12-26T07:22:30.177" v="7"/>
          <ac:spMkLst>
            <pc:docMk/>
            <pc:sldMk cId="3078551498" sldId="276"/>
            <ac:spMk id="2" creationId="{2873BEC0-94F5-4226-A9E7-51B66045EF49}"/>
          </ac:spMkLst>
        </pc:spChg>
        <pc:spChg chg="mod ord">
          <ac:chgData name="Matteo Meloni" userId="6c2ec46ef3c237f1" providerId="Windows Live" clId="Web-{5C3FF111-B973-4E65-9B86-19AB533339A8}" dt="2022-12-26T07:22:30.177" v="7"/>
          <ac:spMkLst>
            <pc:docMk/>
            <pc:sldMk cId="3078551498" sldId="276"/>
            <ac:spMk id="3" creationId="{902FD5C4-FE5F-46D2-ABC9-49FA4BB8442F}"/>
          </ac:spMkLst>
        </pc:spChg>
      </pc:sldChg>
      <pc:sldChg chg="modSp del mod modClrScheme chgLayout">
        <pc:chgData name="Matteo Meloni" userId="6c2ec46ef3c237f1" providerId="Windows Live" clId="Web-{5C3FF111-B973-4E65-9B86-19AB533339A8}" dt="2022-12-26T09:43:22.567" v="768"/>
        <pc:sldMkLst>
          <pc:docMk/>
          <pc:sldMk cId="1817399028" sldId="277"/>
        </pc:sldMkLst>
        <pc:spChg chg="mod ord">
          <ac:chgData name="Matteo Meloni" userId="6c2ec46ef3c237f1" providerId="Windows Live" clId="Web-{5C3FF111-B973-4E65-9B86-19AB533339A8}" dt="2022-12-26T07:22:30.177" v="7"/>
          <ac:spMkLst>
            <pc:docMk/>
            <pc:sldMk cId="1817399028" sldId="277"/>
            <ac:spMk id="2" creationId="{2873BEC0-94F5-4226-A9E7-51B66045EF49}"/>
          </ac:spMkLst>
        </pc:spChg>
        <pc:spChg chg="mod ord">
          <ac:chgData name="Matteo Meloni" userId="6c2ec46ef3c237f1" providerId="Windows Live" clId="Web-{5C3FF111-B973-4E65-9B86-19AB533339A8}" dt="2022-12-26T07:22:30.177" v="7"/>
          <ac:spMkLst>
            <pc:docMk/>
            <pc:sldMk cId="1817399028" sldId="277"/>
            <ac:spMk id="3" creationId="{902FD5C4-FE5F-46D2-ABC9-49FA4BB8442F}"/>
          </ac:spMkLst>
        </pc:spChg>
      </pc:sldChg>
      <pc:sldChg chg="modSp del mod modClrScheme chgLayout">
        <pc:chgData name="Matteo Meloni" userId="6c2ec46ef3c237f1" providerId="Windows Live" clId="Web-{5C3FF111-B973-4E65-9B86-19AB533339A8}" dt="2022-12-26T09:43:22.583" v="779"/>
        <pc:sldMkLst>
          <pc:docMk/>
          <pc:sldMk cId="1074638838" sldId="278"/>
        </pc:sldMkLst>
        <pc:spChg chg="mod ord">
          <ac:chgData name="Matteo Meloni" userId="6c2ec46ef3c237f1" providerId="Windows Live" clId="Web-{5C3FF111-B973-4E65-9B86-19AB533339A8}" dt="2022-12-26T07:22:30.177" v="7"/>
          <ac:spMkLst>
            <pc:docMk/>
            <pc:sldMk cId="1074638838" sldId="278"/>
            <ac:spMk id="2" creationId="{65C3525F-7CB4-4C06-B037-C81D2DED9B80}"/>
          </ac:spMkLst>
        </pc:spChg>
        <pc:spChg chg="mod ord">
          <ac:chgData name="Matteo Meloni" userId="6c2ec46ef3c237f1" providerId="Windows Live" clId="Web-{5C3FF111-B973-4E65-9B86-19AB533339A8}" dt="2022-12-26T07:22:30.177" v="7"/>
          <ac:spMkLst>
            <pc:docMk/>
            <pc:sldMk cId="1074638838" sldId="278"/>
            <ac:spMk id="3" creationId="{E4FC0D20-FACF-4D73-BD27-CF8F6B97546A}"/>
          </ac:spMkLst>
        </pc:spChg>
        <pc:spChg chg="mod ord">
          <ac:chgData name="Matteo Meloni" userId="6c2ec46ef3c237f1" providerId="Windows Live" clId="Web-{5C3FF111-B973-4E65-9B86-19AB533339A8}" dt="2022-12-26T07:22:30.177" v="7"/>
          <ac:spMkLst>
            <pc:docMk/>
            <pc:sldMk cId="1074638838" sldId="278"/>
            <ac:spMk id="4" creationId="{ACA6A89D-097D-4968-A07A-39A5B4F78A62}"/>
          </ac:spMkLst>
        </pc:spChg>
      </pc:sldChg>
      <pc:sldChg chg="modSp del mod modClrScheme chgLayout">
        <pc:chgData name="Matteo Meloni" userId="6c2ec46ef3c237f1" providerId="Windows Live" clId="Web-{5C3FF111-B973-4E65-9B86-19AB533339A8}" dt="2022-12-26T09:43:22.583" v="778"/>
        <pc:sldMkLst>
          <pc:docMk/>
          <pc:sldMk cId="2659604895" sldId="279"/>
        </pc:sldMkLst>
        <pc:spChg chg="mod ord">
          <ac:chgData name="Matteo Meloni" userId="6c2ec46ef3c237f1" providerId="Windows Live" clId="Web-{5C3FF111-B973-4E65-9B86-19AB533339A8}" dt="2022-12-26T07:22:30.177" v="7"/>
          <ac:spMkLst>
            <pc:docMk/>
            <pc:sldMk cId="2659604895" sldId="279"/>
            <ac:spMk id="2" creationId="{65C3525F-7CB4-4C06-B037-C81D2DED9B80}"/>
          </ac:spMkLst>
        </pc:spChg>
        <pc:spChg chg="mod ord">
          <ac:chgData name="Matteo Meloni" userId="6c2ec46ef3c237f1" providerId="Windows Live" clId="Web-{5C3FF111-B973-4E65-9B86-19AB533339A8}" dt="2022-12-26T07:22:30.177" v="7"/>
          <ac:spMkLst>
            <pc:docMk/>
            <pc:sldMk cId="2659604895" sldId="279"/>
            <ac:spMk id="3" creationId="{E4FC0D20-FACF-4D73-BD27-CF8F6B97546A}"/>
          </ac:spMkLst>
        </pc:spChg>
        <pc:spChg chg="mod ord">
          <ac:chgData name="Matteo Meloni" userId="6c2ec46ef3c237f1" providerId="Windows Live" clId="Web-{5C3FF111-B973-4E65-9B86-19AB533339A8}" dt="2022-12-26T07:22:30.177" v="7"/>
          <ac:spMkLst>
            <pc:docMk/>
            <pc:sldMk cId="2659604895" sldId="279"/>
            <ac:spMk id="4" creationId="{ACA6A89D-097D-4968-A07A-39A5B4F78A62}"/>
          </ac:spMkLst>
        </pc:spChg>
      </pc:sldChg>
      <pc:sldChg chg="delSp modSp mod setBg modClrScheme chgLayout">
        <pc:chgData name="Matteo Meloni" userId="6c2ec46ef3c237f1" providerId="Windows Live" clId="Web-{5C3FF111-B973-4E65-9B86-19AB533339A8}" dt="2022-12-26T08:05:17.553" v="253" actId="20577"/>
        <pc:sldMkLst>
          <pc:docMk/>
          <pc:sldMk cId="2321633340" sldId="280"/>
        </pc:sldMkLst>
        <pc:spChg chg="mod ord">
          <ac:chgData name="Matteo Meloni" userId="6c2ec46ef3c237f1" providerId="Windows Live" clId="Web-{5C3FF111-B973-4E65-9B86-19AB533339A8}" dt="2022-12-26T08:05:17.553" v="253" actId="20577"/>
          <ac:spMkLst>
            <pc:docMk/>
            <pc:sldMk cId="2321633340" sldId="280"/>
            <ac:spMk id="2" creationId="{EE532C6D-899C-D17A-8C8D-8C7D501BF6BA}"/>
          </ac:spMkLst>
        </pc:spChg>
        <pc:spChg chg="del mod ord">
          <ac:chgData name="Matteo Meloni" userId="6c2ec46ef3c237f1" providerId="Windows Live" clId="Web-{5C3FF111-B973-4E65-9B86-19AB533339A8}" dt="2022-12-26T08:04:01.566" v="238"/>
          <ac:spMkLst>
            <pc:docMk/>
            <pc:sldMk cId="2321633340" sldId="280"/>
            <ac:spMk id="3" creationId="{50DA436D-DA11-3807-F1C2-A153241ABA1A}"/>
          </ac:spMkLst>
        </pc:spChg>
        <pc:spChg chg="del mod ord">
          <ac:chgData name="Matteo Meloni" userId="6c2ec46ef3c237f1" providerId="Windows Live" clId="Web-{5C3FF111-B973-4E65-9B86-19AB533339A8}" dt="2022-12-26T08:04:04.582" v="239"/>
          <ac:spMkLst>
            <pc:docMk/>
            <pc:sldMk cId="2321633340" sldId="280"/>
            <ac:spMk id="4" creationId="{8EE662F7-1F16-E598-4DDD-A7415746C99D}"/>
          </ac:spMkLst>
        </pc:spChg>
      </pc:sldChg>
      <pc:sldChg chg="modSp mod modClrScheme chgLayout">
        <pc:chgData name="Matteo Meloni" userId="6c2ec46ef3c237f1" providerId="Windows Live" clId="Web-{5C3FF111-B973-4E65-9B86-19AB533339A8}" dt="2022-12-26T09:44:15.912" v="784" actId="20577"/>
        <pc:sldMkLst>
          <pc:docMk/>
          <pc:sldMk cId="526857693" sldId="281"/>
        </pc:sldMkLst>
        <pc:spChg chg="mod ord">
          <ac:chgData name="Matteo Meloni" userId="6c2ec46ef3c237f1" providerId="Windows Live" clId="Web-{5C3FF111-B973-4E65-9B86-19AB533339A8}" dt="2022-12-26T07:22:30.177" v="7"/>
          <ac:spMkLst>
            <pc:docMk/>
            <pc:sldMk cId="526857693" sldId="281"/>
            <ac:spMk id="2" creationId="{2873BEC0-94F5-4226-A9E7-51B66045EF49}"/>
          </ac:spMkLst>
        </pc:spChg>
        <pc:spChg chg="mod ord">
          <ac:chgData name="Matteo Meloni" userId="6c2ec46ef3c237f1" providerId="Windows Live" clId="Web-{5C3FF111-B973-4E65-9B86-19AB533339A8}" dt="2022-12-26T09:44:15.912" v="784" actId="20577"/>
          <ac:spMkLst>
            <pc:docMk/>
            <pc:sldMk cId="526857693" sldId="281"/>
            <ac:spMk id="3" creationId="{902FD5C4-FE5F-46D2-ABC9-49FA4BB8442F}"/>
          </ac:spMkLst>
        </pc:spChg>
      </pc:sldChg>
      <pc:sldChg chg="modSp mod modClrScheme chgLayout">
        <pc:chgData name="Matteo Meloni" userId="6c2ec46ef3c237f1" providerId="Windows Live" clId="Web-{5C3FF111-B973-4E65-9B86-19AB533339A8}" dt="2022-12-26T07:22:30.177" v="7"/>
        <pc:sldMkLst>
          <pc:docMk/>
          <pc:sldMk cId="3661708941" sldId="282"/>
        </pc:sldMkLst>
        <pc:spChg chg="mod ord">
          <ac:chgData name="Matteo Meloni" userId="6c2ec46ef3c237f1" providerId="Windows Live" clId="Web-{5C3FF111-B973-4E65-9B86-19AB533339A8}" dt="2022-12-26T07:22:30.177" v="7"/>
          <ac:spMkLst>
            <pc:docMk/>
            <pc:sldMk cId="3661708941" sldId="282"/>
            <ac:spMk id="2" creationId="{2873BEC0-94F5-4226-A9E7-51B66045EF49}"/>
          </ac:spMkLst>
        </pc:spChg>
        <pc:spChg chg="mod ord">
          <ac:chgData name="Matteo Meloni" userId="6c2ec46ef3c237f1" providerId="Windows Live" clId="Web-{5C3FF111-B973-4E65-9B86-19AB533339A8}" dt="2022-12-26T07:22:30.177" v="7"/>
          <ac:spMkLst>
            <pc:docMk/>
            <pc:sldMk cId="3661708941" sldId="282"/>
            <ac:spMk id="3" creationId="{902FD5C4-FE5F-46D2-ABC9-49FA4BB8442F}"/>
          </ac:spMkLst>
        </pc:spChg>
      </pc:sldChg>
      <pc:sldChg chg="modSp mod modClrScheme chgLayout">
        <pc:chgData name="Matteo Meloni" userId="6c2ec46ef3c237f1" providerId="Windows Live" clId="Web-{5C3FF111-B973-4E65-9B86-19AB533339A8}" dt="2022-12-26T08:05:41.309" v="262" actId="20577"/>
        <pc:sldMkLst>
          <pc:docMk/>
          <pc:sldMk cId="2481600110" sldId="283"/>
        </pc:sldMkLst>
        <pc:spChg chg="mod ord">
          <ac:chgData name="Matteo Meloni" userId="6c2ec46ef3c237f1" providerId="Windows Live" clId="Web-{5C3FF111-B973-4E65-9B86-19AB533339A8}" dt="2022-12-26T08:05:41.309" v="262" actId="20577"/>
          <ac:spMkLst>
            <pc:docMk/>
            <pc:sldMk cId="2481600110" sldId="283"/>
            <ac:spMk id="2" creationId="{2873BEC0-94F5-4226-A9E7-51B66045EF49}"/>
          </ac:spMkLst>
        </pc:spChg>
        <pc:spChg chg="mod ord">
          <ac:chgData name="Matteo Meloni" userId="6c2ec46ef3c237f1" providerId="Windows Live" clId="Web-{5C3FF111-B973-4E65-9B86-19AB533339A8}" dt="2022-12-26T07:22:30.177" v="7"/>
          <ac:spMkLst>
            <pc:docMk/>
            <pc:sldMk cId="2481600110" sldId="283"/>
            <ac:spMk id="3" creationId="{902FD5C4-FE5F-46D2-ABC9-49FA4BB8442F}"/>
          </ac:spMkLst>
        </pc:spChg>
      </pc:sldChg>
      <pc:sldChg chg="modSp mod modClrScheme chgLayout">
        <pc:chgData name="Matteo Meloni" userId="6c2ec46ef3c237f1" providerId="Windows Live" clId="Web-{5C3FF111-B973-4E65-9B86-19AB533339A8}" dt="2022-12-26T08:05:50.872" v="269" actId="20577"/>
        <pc:sldMkLst>
          <pc:docMk/>
          <pc:sldMk cId="1488955427" sldId="284"/>
        </pc:sldMkLst>
        <pc:spChg chg="mod ord">
          <ac:chgData name="Matteo Meloni" userId="6c2ec46ef3c237f1" providerId="Windows Live" clId="Web-{5C3FF111-B973-4E65-9B86-19AB533339A8}" dt="2022-12-26T08:05:50.872" v="269" actId="20577"/>
          <ac:spMkLst>
            <pc:docMk/>
            <pc:sldMk cId="1488955427" sldId="284"/>
            <ac:spMk id="2" creationId="{F9647782-6BC2-984D-A14D-12A95F15331D}"/>
          </ac:spMkLst>
        </pc:spChg>
        <pc:spChg chg="mod ord">
          <ac:chgData name="Matteo Meloni" userId="6c2ec46ef3c237f1" providerId="Windows Live" clId="Web-{5C3FF111-B973-4E65-9B86-19AB533339A8}" dt="2022-12-26T07:22:30.177" v="7"/>
          <ac:spMkLst>
            <pc:docMk/>
            <pc:sldMk cId="1488955427" sldId="284"/>
            <ac:spMk id="3" creationId="{1A884BF9-640E-2671-5091-D8F14F854DDC}"/>
          </ac:spMkLst>
        </pc:spChg>
      </pc:sldChg>
      <pc:sldChg chg="modSp mod modClrScheme chgLayout">
        <pc:chgData name="Matteo Meloni" userId="6c2ec46ef3c237f1" providerId="Windows Live" clId="Web-{5C3FF111-B973-4E65-9B86-19AB533339A8}" dt="2022-12-26T08:05:58.576" v="279" actId="20577"/>
        <pc:sldMkLst>
          <pc:docMk/>
          <pc:sldMk cId="1628756755" sldId="285"/>
        </pc:sldMkLst>
        <pc:spChg chg="mod ord">
          <ac:chgData name="Matteo Meloni" userId="6c2ec46ef3c237f1" providerId="Windows Live" clId="Web-{5C3FF111-B973-4E65-9B86-19AB533339A8}" dt="2022-12-26T08:05:58.576" v="279" actId="20577"/>
          <ac:spMkLst>
            <pc:docMk/>
            <pc:sldMk cId="1628756755" sldId="285"/>
            <ac:spMk id="2" creationId="{F9647782-6BC2-984D-A14D-12A95F15331D}"/>
          </ac:spMkLst>
        </pc:spChg>
        <pc:spChg chg="mod ord">
          <ac:chgData name="Matteo Meloni" userId="6c2ec46ef3c237f1" providerId="Windows Live" clId="Web-{5C3FF111-B973-4E65-9B86-19AB533339A8}" dt="2022-12-26T07:22:30.177" v="7"/>
          <ac:spMkLst>
            <pc:docMk/>
            <pc:sldMk cId="1628756755" sldId="285"/>
            <ac:spMk id="3" creationId="{1A884BF9-640E-2671-5091-D8F14F854DDC}"/>
          </ac:spMkLst>
        </pc:spChg>
      </pc:sldChg>
      <pc:sldChg chg="modSp mod modClrScheme chgLayout">
        <pc:chgData name="Matteo Meloni" userId="6c2ec46ef3c237f1" providerId="Windows Live" clId="Web-{5C3FF111-B973-4E65-9B86-19AB533339A8}" dt="2022-12-26T08:32:04.938" v="293" actId="20577"/>
        <pc:sldMkLst>
          <pc:docMk/>
          <pc:sldMk cId="358476306" sldId="286"/>
        </pc:sldMkLst>
        <pc:spChg chg="mod ord">
          <ac:chgData name="Matteo Meloni" userId="6c2ec46ef3c237f1" providerId="Windows Live" clId="Web-{5C3FF111-B973-4E65-9B86-19AB533339A8}" dt="2022-12-26T08:32:04.938" v="293" actId="20577"/>
          <ac:spMkLst>
            <pc:docMk/>
            <pc:sldMk cId="358476306" sldId="286"/>
            <ac:spMk id="2" creationId="{F9647782-6BC2-984D-A14D-12A95F15331D}"/>
          </ac:spMkLst>
        </pc:spChg>
        <pc:spChg chg="mod ord">
          <ac:chgData name="Matteo Meloni" userId="6c2ec46ef3c237f1" providerId="Windows Live" clId="Web-{5C3FF111-B973-4E65-9B86-19AB533339A8}" dt="2022-12-26T07:22:30.177" v="7"/>
          <ac:spMkLst>
            <pc:docMk/>
            <pc:sldMk cId="358476306" sldId="286"/>
            <ac:spMk id="3" creationId="{1A884BF9-640E-2671-5091-D8F14F854DDC}"/>
          </ac:spMkLst>
        </pc:spChg>
      </pc:sldChg>
      <pc:sldChg chg="modSp mod modClrScheme chgLayout">
        <pc:chgData name="Matteo Meloni" userId="6c2ec46ef3c237f1" providerId="Windows Live" clId="Web-{5C3FF111-B973-4E65-9B86-19AB533339A8}" dt="2022-12-26T08:32:12.344" v="305" actId="20577"/>
        <pc:sldMkLst>
          <pc:docMk/>
          <pc:sldMk cId="2738869797" sldId="287"/>
        </pc:sldMkLst>
        <pc:spChg chg="mod ord">
          <ac:chgData name="Matteo Meloni" userId="6c2ec46ef3c237f1" providerId="Windows Live" clId="Web-{5C3FF111-B973-4E65-9B86-19AB533339A8}" dt="2022-12-26T08:32:12.344" v="305" actId="20577"/>
          <ac:spMkLst>
            <pc:docMk/>
            <pc:sldMk cId="2738869797" sldId="287"/>
            <ac:spMk id="2" creationId="{F9647782-6BC2-984D-A14D-12A95F15331D}"/>
          </ac:spMkLst>
        </pc:spChg>
        <pc:spChg chg="mod ord">
          <ac:chgData name="Matteo Meloni" userId="6c2ec46ef3c237f1" providerId="Windows Live" clId="Web-{5C3FF111-B973-4E65-9B86-19AB533339A8}" dt="2022-12-26T07:22:30.177" v="7"/>
          <ac:spMkLst>
            <pc:docMk/>
            <pc:sldMk cId="2738869797" sldId="287"/>
            <ac:spMk id="3" creationId="{1A884BF9-640E-2671-5091-D8F14F854DDC}"/>
          </ac:spMkLst>
        </pc:spChg>
      </pc:sldChg>
      <pc:sldChg chg="modSp mod modClrScheme chgLayout">
        <pc:chgData name="Matteo Meloni" userId="6c2ec46ef3c237f1" providerId="Windows Live" clId="Web-{5C3FF111-B973-4E65-9B86-19AB533339A8}" dt="2022-12-26T08:32:19.970" v="318" actId="20577"/>
        <pc:sldMkLst>
          <pc:docMk/>
          <pc:sldMk cId="3742762694" sldId="288"/>
        </pc:sldMkLst>
        <pc:spChg chg="mod ord">
          <ac:chgData name="Matteo Meloni" userId="6c2ec46ef3c237f1" providerId="Windows Live" clId="Web-{5C3FF111-B973-4E65-9B86-19AB533339A8}" dt="2022-12-26T08:32:19.970" v="318" actId="20577"/>
          <ac:spMkLst>
            <pc:docMk/>
            <pc:sldMk cId="3742762694" sldId="288"/>
            <ac:spMk id="2" creationId="{F9647782-6BC2-984D-A14D-12A95F15331D}"/>
          </ac:spMkLst>
        </pc:spChg>
        <pc:spChg chg="mod ord">
          <ac:chgData name="Matteo Meloni" userId="6c2ec46ef3c237f1" providerId="Windows Live" clId="Web-{5C3FF111-B973-4E65-9B86-19AB533339A8}" dt="2022-12-26T07:22:30.177" v="7"/>
          <ac:spMkLst>
            <pc:docMk/>
            <pc:sldMk cId="3742762694" sldId="288"/>
            <ac:spMk id="3" creationId="{1A884BF9-640E-2671-5091-D8F14F854DDC}"/>
          </ac:spMkLst>
        </pc:spChg>
      </pc:sldChg>
      <pc:sldChg chg="modSp mod modClrScheme chgLayout">
        <pc:chgData name="Matteo Meloni" userId="6c2ec46ef3c237f1" providerId="Windows Live" clId="Web-{5C3FF111-B973-4E65-9B86-19AB533339A8}" dt="2022-12-26T08:32:31.048" v="340" actId="20577"/>
        <pc:sldMkLst>
          <pc:docMk/>
          <pc:sldMk cId="1902682723" sldId="289"/>
        </pc:sldMkLst>
        <pc:spChg chg="mod ord">
          <ac:chgData name="Matteo Meloni" userId="6c2ec46ef3c237f1" providerId="Windows Live" clId="Web-{5C3FF111-B973-4E65-9B86-19AB533339A8}" dt="2022-12-26T08:32:31.048" v="340" actId="20577"/>
          <ac:spMkLst>
            <pc:docMk/>
            <pc:sldMk cId="1902682723" sldId="289"/>
            <ac:spMk id="2" creationId="{F9647782-6BC2-984D-A14D-12A95F15331D}"/>
          </ac:spMkLst>
        </pc:spChg>
        <pc:spChg chg="mod ord">
          <ac:chgData name="Matteo Meloni" userId="6c2ec46ef3c237f1" providerId="Windows Live" clId="Web-{5C3FF111-B973-4E65-9B86-19AB533339A8}" dt="2022-12-26T07:22:30.177" v="7"/>
          <ac:spMkLst>
            <pc:docMk/>
            <pc:sldMk cId="1902682723" sldId="289"/>
            <ac:spMk id="3" creationId="{1A884BF9-640E-2671-5091-D8F14F854DDC}"/>
          </ac:spMkLst>
        </pc:spChg>
      </pc:sldChg>
      <pc:sldChg chg="modSp mod modClrScheme chgLayout">
        <pc:chgData name="Matteo Meloni" userId="6c2ec46ef3c237f1" providerId="Windows Live" clId="Web-{5C3FF111-B973-4E65-9B86-19AB533339A8}" dt="2022-12-26T08:32:39.877" v="341" actId="20577"/>
        <pc:sldMkLst>
          <pc:docMk/>
          <pc:sldMk cId="4135558750" sldId="290"/>
        </pc:sldMkLst>
        <pc:spChg chg="mod ord">
          <ac:chgData name="Matteo Meloni" userId="6c2ec46ef3c237f1" providerId="Windows Live" clId="Web-{5C3FF111-B973-4E65-9B86-19AB533339A8}" dt="2022-12-26T08:32:39.877" v="341" actId="20577"/>
          <ac:spMkLst>
            <pc:docMk/>
            <pc:sldMk cId="4135558750" sldId="290"/>
            <ac:spMk id="2" creationId="{F9647782-6BC2-984D-A14D-12A95F15331D}"/>
          </ac:spMkLst>
        </pc:spChg>
        <pc:spChg chg="mod ord">
          <ac:chgData name="Matteo Meloni" userId="6c2ec46ef3c237f1" providerId="Windows Live" clId="Web-{5C3FF111-B973-4E65-9B86-19AB533339A8}" dt="2022-12-26T07:22:30.177" v="7"/>
          <ac:spMkLst>
            <pc:docMk/>
            <pc:sldMk cId="4135558750" sldId="290"/>
            <ac:spMk id="3" creationId="{1A884BF9-640E-2671-5091-D8F14F854DDC}"/>
          </ac:spMkLst>
        </pc:spChg>
      </pc:sldChg>
      <pc:sldChg chg="modSp mod modClrScheme chgLayout">
        <pc:chgData name="Matteo Meloni" userId="6c2ec46ef3c237f1" providerId="Windows Live" clId="Web-{5C3FF111-B973-4E65-9B86-19AB533339A8}" dt="2022-12-26T07:22:30.177" v="7"/>
        <pc:sldMkLst>
          <pc:docMk/>
          <pc:sldMk cId="3716585100" sldId="292"/>
        </pc:sldMkLst>
        <pc:spChg chg="mod ord">
          <ac:chgData name="Matteo Meloni" userId="6c2ec46ef3c237f1" providerId="Windows Live" clId="Web-{5C3FF111-B973-4E65-9B86-19AB533339A8}" dt="2022-12-26T07:22:30.177" v="7"/>
          <ac:spMkLst>
            <pc:docMk/>
            <pc:sldMk cId="3716585100" sldId="292"/>
            <ac:spMk id="2" creationId="{2873BEC0-94F5-4226-A9E7-51B66045EF49}"/>
          </ac:spMkLst>
        </pc:spChg>
        <pc:spChg chg="mod ord">
          <ac:chgData name="Matteo Meloni" userId="6c2ec46ef3c237f1" providerId="Windows Live" clId="Web-{5C3FF111-B973-4E65-9B86-19AB533339A8}" dt="2022-12-26T07:22:30.177" v="7"/>
          <ac:spMkLst>
            <pc:docMk/>
            <pc:sldMk cId="3716585100" sldId="292"/>
            <ac:spMk id="3" creationId="{902FD5C4-FE5F-46D2-ABC9-49FA4BB8442F}"/>
          </ac:spMkLst>
        </pc:spChg>
      </pc:sldChg>
      <pc:sldChg chg="addSp modSp mod modClrScheme chgLayout">
        <pc:chgData name="Matteo Meloni" userId="6c2ec46ef3c237f1" providerId="Windows Live" clId="Web-{5C3FF111-B973-4E65-9B86-19AB533339A8}" dt="2022-12-26T08:34:23.860" v="351" actId="20577"/>
        <pc:sldMkLst>
          <pc:docMk/>
          <pc:sldMk cId="2611739837" sldId="293"/>
        </pc:sldMkLst>
        <pc:spChg chg="mod ord">
          <ac:chgData name="Matteo Meloni" userId="6c2ec46ef3c237f1" providerId="Windows Live" clId="Web-{5C3FF111-B973-4E65-9B86-19AB533339A8}" dt="2022-12-26T07:22:30.177" v="7"/>
          <ac:spMkLst>
            <pc:docMk/>
            <pc:sldMk cId="2611739837" sldId="293"/>
            <ac:spMk id="2" creationId="{2873BEC0-94F5-4226-A9E7-51B66045EF49}"/>
          </ac:spMkLst>
        </pc:spChg>
        <pc:spChg chg="mod ord">
          <ac:chgData name="Matteo Meloni" userId="6c2ec46ef3c237f1" providerId="Windows Live" clId="Web-{5C3FF111-B973-4E65-9B86-19AB533339A8}" dt="2022-12-26T08:34:23.860" v="351" actId="20577"/>
          <ac:spMkLst>
            <pc:docMk/>
            <pc:sldMk cId="2611739837" sldId="293"/>
            <ac:spMk id="3" creationId="{902FD5C4-FE5F-46D2-ABC9-49FA4BB8442F}"/>
          </ac:spMkLst>
        </pc:spChg>
        <pc:picChg chg="add mod">
          <ac:chgData name="Matteo Meloni" userId="6c2ec46ef3c237f1" providerId="Windows Live" clId="Web-{5C3FF111-B973-4E65-9B86-19AB533339A8}" dt="2022-12-26T08:34:19.220" v="350" actId="1076"/>
          <ac:picMkLst>
            <pc:docMk/>
            <pc:sldMk cId="2611739837" sldId="293"/>
            <ac:picMk id="4" creationId="{6DB8D136-E220-D738-FEEE-50EB50707F87}"/>
          </ac:picMkLst>
        </pc:picChg>
      </pc:sldChg>
      <pc:sldChg chg="modSp mod modClrScheme chgLayout">
        <pc:chgData name="Matteo Meloni" userId="6c2ec46ef3c237f1" providerId="Windows Live" clId="Web-{5C3FF111-B973-4E65-9B86-19AB533339A8}" dt="2022-12-26T07:22:30.177" v="7"/>
        <pc:sldMkLst>
          <pc:docMk/>
          <pc:sldMk cId="1742675058" sldId="294"/>
        </pc:sldMkLst>
        <pc:spChg chg="mod ord">
          <ac:chgData name="Matteo Meloni" userId="6c2ec46ef3c237f1" providerId="Windows Live" clId="Web-{5C3FF111-B973-4E65-9B86-19AB533339A8}" dt="2022-12-26T07:22:30.177" v="7"/>
          <ac:spMkLst>
            <pc:docMk/>
            <pc:sldMk cId="1742675058" sldId="294"/>
            <ac:spMk id="2" creationId="{2873BEC0-94F5-4226-A9E7-51B66045EF49}"/>
          </ac:spMkLst>
        </pc:spChg>
        <pc:spChg chg="mod ord">
          <ac:chgData name="Matteo Meloni" userId="6c2ec46ef3c237f1" providerId="Windows Live" clId="Web-{5C3FF111-B973-4E65-9B86-19AB533339A8}" dt="2022-12-26T07:22:30.177" v="7"/>
          <ac:spMkLst>
            <pc:docMk/>
            <pc:sldMk cId="1742675058" sldId="294"/>
            <ac:spMk id="3" creationId="{902FD5C4-FE5F-46D2-ABC9-49FA4BB8442F}"/>
          </ac:spMkLst>
        </pc:spChg>
      </pc:sldChg>
      <pc:sldChg chg="modSp mod modClrScheme chgLayout">
        <pc:chgData name="Matteo Meloni" userId="6c2ec46ef3c237f1" providerId="Windows Live" clId="Web-{5C3FF111-B973-4E65-9B86-19AB533339A8}" dt="2022-12-26T07:22:30.177" v="7"/>
        <pc:sldMkLst>
          <pc:docMk/>
          <pc:sldMk cId="4123811344" sldId="295"/>
        </pc:sldMkLst>
        <pc:spChg chg="mod ord">
          <ac:chgData name="Matteo Meloni" userId="6c2ec46ef3c237f1" providerId="Windows Live" clId="Web-{5C3FF111-B973-4E65-9B86-19AB533339A8}" dt="2022-12-26T07:22:30.177" v="7"/>
          <ac:spMkLst>
            <pc:docMk/>
            <pc:sldMk cId="4123811344" sldId="295"/>
            <ac:spMk id="2" creationId="{2873BEC0-94F5-4226-A9E7-51B66045EF49}"/>
          </ac:spMkLst>
        </pc:spChg>
        <pc:spChg chg="mod ord">
          <ac:chgData name="Matteo Meloni" userId="6c2ec46ef3c237f1" providerId="Windows Live" clId="Web-{5C3FF111-B973-4E65-9B86-19AB533339A8}" dt="2022-12-26T07:22:30.177" v="7"/>
          <ac:spMkLst>
            <pc:docMk/>
            <pc:sldMk cId="4123811344" sldId="295"/>
            <ac:spMk id="3" creationId="{902FD5C4-FE5F-46D2-ABC9-49FA4BB8442F}"/>
          </ac:spMkLst>
        </pc:spChg>
      </pc:sldChg>
      <pc:sldChg chg="modSp mod modClrScheme chgLayout">
        <pc:chgData name="Matteo Meloni" userId="6c2ec46ef3c237f1" providerId="Windows Live" clId="Web-{5C3FF111-B973-4E65-9B86-19AB533339A8}" dt="2022-12-26T07:22:30.177" v="7"/>
        <pc:sldMkLst>
          <pc:docMk/>
          <pc:sldMk cId="1180668537" sldId="296"/>
        </pc:sldMkLst>
        <pc:spChg chg="mod ord">
          <ac:chgData name="Matteo Meloni" userId="6c2ec46ef3c237f1" providerId="Windows Live" clId="Web-{5C3FF111-B973-4E65-9B86-19AB533339A8}" dt="2022-12-26T07:22:30.177" v="7"/>
          <ac:spMkLst>
            <pc:docMk/>
            <pc:sldMk cId="1180668537" sldId="296"/>
            <ac:spMk id="2" creationId="{2873BEC0-94F5-4226-A9E7-51B66045EF49}"/>
          </ac:spMkLst>
        </pc:spChg>
        <pc:spChg chg="mod ord">
          <ac:chgData name="Matteo Meloni" userId="6c2ec46ef3c237f1" providerId="Windows Live" clId="Web-{5C3FF111-B973-4E65-9B86-19AB533339A8}" dt="2022-12-26T07:22:30.177" v="7"/>
          <ac:spMkLst>
            <pc:docMk/>
            <pc:sldMk cId="1180668537" sldId="296"/>
            <ac:spMk id="3" creationId="{902FD5C4-FE5F-46D2-ABC9-49FA4BB8442F}"/>
          </ac:spMkLst>
        </pc:spChg>
      </pc:sldChg>
      <pc:sldChg chg="modSp mod modClrScheme chgLayout">
        <pc:chgData name="Matteo Meloni" userId="6c2ec46ef3c237f1" providerId="Windows Live" clId="Web-{5C3FF111-B973-4E65-9B86-19AB533339A8}" dt="2022-12-26T07:22:30.177" v="7"/>
        <pc:sldMkLst>
          <pc:docMk/>
          <pc:sldMk cId="4126236555" sldId="297"/>
        </pc:sldMkLst>
        <pc:spChg chg="mod ord">
          <ac:chgData name="Matteo Meloni" userId="6c2ec46ef3c237f1" providerId="Windows Live" clId="Web-{5C3FF111-B973-4E65-9B86-19AB533339A8}" dt="2022-12-26T07:22:30.177" v="7"/>
          <ac:spMkLst>
            <pc:docMk/>
            <pc:sldMk cId="4126236555" sldId="297"/>
            <ac:spMk id="2" creationId="{2873BEC0-94F5-4226-A9E7-51B66045EF49}"/>
          </ac:spMkLst>
        </pc:spChg>
        <pc:spChg chg="mod ord">
          <ac:chgData name="Matteo Meloni" userId="6c2ec46ef3c237f1" providerId="Windows Live" clId="Web-{5C3FF111-B973-4E65-9B86-19AB533339A8}" dt="2022-12-26T07:22:30.177" v="7"/>
          <ac:spMkLst>
            <pc:docMk/>
            <pc:sldMk cId="4126236555" sldId="297"/>
            <ac:spMk id="3" creationId="{902FD5C4-FE5F-46D2-ABC9-49FA4BB8442F}"/>
          </ac:spMkLst>
        </pc:spChg>
      </pc:sldChg>
      <pc:sldChg chg="modSp mod modClrScheme chgLayout">
        <pc:chgData name="Matteo Meloni" userId="6c2ec46ef3c237f1" providerId="Windows Live" clId="Web-{5C3FF111-B973-4E65-9B86-19AB533339A8}" dt="2022-12-26T07:22:30.177" v="7"/>
        <pc:sldMkLst>
          <pc:docMk/>
          <pc:sldMk cId="1236553116" sldId="298"/>
        </pc:sldMkLst>
        <pc:spChg chg="mod ord">
          <ac:chgData name="Matteo Meloni" userId="6c2ec46ef3c237f1" providerId="Windows Live" clId="Web-{5C3FF111-B973-4E65-9B86-19AB533339A8}" dt="2022-12-26T07:22:30.177" v="7"/>
          <ac:spMkLst>
            <pc:docMk/>
            <pc:sldMk cId="1236553116" sldId="298"/>
            <ac:spMk id="2" creationId="{2873BEC0-94F5-4226-A9E7-51B66045EF49}"/>
          </ac:spMkLst>
        </pc:spChg>
        <pc:spChg chg="mod ord">
          <ac:chgData name="Matteo Meloni" userId="6c2ec46ef3c237f1" providerId="Windows Live" clId="Web-{5C3FF111-B973-4E65-9B86-19AB533339A8}" dt="2022-12-26T07:22:30.177" v="7"/>
          <ac:spMkLst>
            <pc:docMk/>
            <pc:sldMk cId="1236553116" sldId="298"/>
            <ac:spMk id="3" creationId="{902FD5C4-FE5F-46D2-ABC9-49FA4BB8442F}"/>
          </ac:spMkLst>
        </pc:spChg>
      </pc:sldChg>
      <pc:sldChg chg="addSp modSp mod modClrScheme chgLayout">
        <pc:chgData name="Matteo Meloni" userId="6c2ec46ef3c237f1" providerId="Windows Live" clId="Web-{5C3FF111-B973-4E65-9B86-19AB533339A8}" dt="2022-12-26T08:36:11.552" v="357" actId="20577"/>
        <pc:sldMkLst>
          <pc:docMk/>
          <pc:sldMk cId="3226535668" sldId="299"/>
        </pc:sldMkLst>
        <pc:spChg chg="mod ord">
          <ac:chgData name="Matteo Meloni" userId="6c2ec46ef3c237f1" providerId="Windows Live" clId="Web-{5C3FF111-B973-4E65-9B86-19AB533339A8}" dt="2022-12-26T08:36:11.552" v="357" actId="20577"/>
          <ac:spMkLst>
            <pc:docMk/>
            <pc:sldMk cId="3226535668" sldId="299"/>
            <ac:spMk id="2" creationId="{2873BEC0-94F5-4226-A9E7-51B66045EF49}"/>
          </ac:spMkLst>
        </pc:spChg>
        <pc:spChg chg="mod ord">
          <ac:chgData name="Matteo Meloni" userId="6c2ec46ef3c237f1" providerId="Windows Live" clId="Web-{5C3FF111-B973-4E65-9B86-19AB533339A8}" dt="2022-12-26T07:22:30.177" v="7"/>
          <ac:spMkLst>
            <pc:docMk/>
            <pc:sldMk cId="3226535668" sldId="299"/>
            <ac:spMk id="3" creationId="{902FD5C4-FE5F-46D2-ABC9-49FA4BB8442F}"/>
          </ac:spMkLst>
        </pc:spChg>
        <pc:picChg chg="add mod">
          <ac:chgData name="Matteo Meloni" userId="6c2ec46ef3c237f1" providerId="Windows Live" clId="Web-{5C3FF111-B973-4E65-9B86-19AB533339A8}" dt="2022-12-26T08:36:01.973" v="356" actId="1076"/>
          <ac:picMkLst>
            <pc:docMk/>
            <pc:sldMk cId="3226535668" sldId="299"/>
            <ac:picMk id="4" creationId="{2E8386EE-24D7-220C-B8DB-CC66B0B2DE5C}"/>
          </ac:picMkLst>
        </pc:picChg>
      </pc:sldChg>
      <pc:sldChg chg="modSp mod modClrScheme chgLayout">
        <pc:chgData name="Matteo Meloni" userId="6c2ec46ef3c237f1" providerId="Windows Live" clId="Web-{5C3FF111-B973-4E65-9B86-19AB533339A8}" dt="2022-12-26T07:22:30.177" v="7"/>
        <pc:sldMkLst>
          <pc:docMk/>
          <pc:sldMk cId="1181809303" sldId="300"/>
        </pc:sldMkLst>
        <pc:spChg chg="mod ord">
          <ac:chgData name="Matteo Meloni" userId="6c2ec46ef3c237f1" providerId="Windows Live" clId="Web-{5C3FF111-B973-4E65-9B86-19AB533339A8}" dt="2022-12-26T07:22:30.177" v="7"/>
          <ac:spMkLst>
            <pc:docMk/>
            <pc:sldMk cId="1181809303" sldId="300"/>
            <ac:spMk id="2" creationId="{2873BEC0-94F5-4226-A9E7-51B66045EF49}"/>
          </ac:spMkLst>
        </pc:spChg>
        <pc:spChg chg="mod ord">
          <ac:chgData name="Matteo Meloni" userId="6c2ec46ef3c237f1" providerId="Windows Live" clId="Web-{5C3FF111-B973-4E65-9B86-19AB533339A8}" dt="2022-12-26T07:22:30.177" v="7"/>
          <ac:spMkLst>
            <pc:docMk/>
            <pc:sldMk cId="1181809303" sldId="300"/>
            <ac:spMk id="3" creationId="{902FD5C4-FE5F-46D2-ABC9-49FA4BB8442F}"/>
          </ac:spMkLst>
        </pc:spChg>
      </pc:sldChg>
      <pc:sldChg chg="modSp mod modClrScheme chgLayout">
        <pc:chgData name="Matteo Meloni" userId="6c2ec46ef3c237f1" providerId="Windows Live" clId="Web-{5C3FF111-B973-4E65-9B86-19AB533339A8}" dt="2022-12-26T07:22:30.177" v="7"/>
        <pc:sldMkLst>
          <pc:docMk/>
          <pc:sldMk cId="4082805599" sldId="301"/>
        </pc:sldMkLst>
        <pc:spChg chg="mod ord">
          <ac:chgData name="Matteo Meloni" userId="6c2ec46ef3c237f1" providerId="Windows Live" clId="Web-{5C3FF111-B973-4E65-9B86-19AB533339A8}" dt="2022-12-26T07:22:30.177" v="7"/>
          <ac:spMkLst>
            <pc:docMk/>
            <pc:sldMk cId="4082805599" sldId="301"/>
            <ac:spMk id="2" creationId="{2873BEC0-94F5-4226-A9E7-51B66045EF49}"/>
          </ac:spMkLst>
        </pc:spChg>
        <pc:spChg chg="mod ord">
          <ac:chgData name="Matteo Meloni" userId="6c2ec46ef3c237f1" providerId="Windows Live" clId="Web-{5C3FF111-B973-4E65-9B86-19AB533339A8}" dt="2022-12-26T07:22:30.177" v="7"/>
          <ac:spMkLst>
            <pc:docMk/>
            <pc:sldMk cId="4082805599" sldId="301"/>
            <ac:spMk id="3" creationId="{902FD5C4-FE5F-46D2-ABC9-49FA4BB8442F}"/>
          </ac:spMkLst>
        </pc:spChg>
      </pc:sldChg>
      <pc:sldChg chg="modSp mod modClrScheme chgLayout">
        <pc:chgData name="Matteo Meloni" userId="6c2ec46ef3c237f1" providerId="Windows Live" clId="Web-{5C3FF111-B973-4E65-9B86-19AB533339A8}" dt="2022-12-26T07:22:30.177" v="7"/>
        <pc:sldMkLst>
          <pc:docMk/>
          <pc:sldMk cId="2003160330" sldId="302"/>
        </pc:sldMkLst>
        <pc:spChg chg="mod ord">
          <ac:chgData name="Matteo Meloni" userId="6c2ec46ef3c237f1" providerId="Windows Live" clId="Web-{5C3FF111-B973-4E65-9B86-19AB533339A8}" dt="2022-12-26T07:22:30.177" v="7"/>
          <ac:spMkLst>
            <pc:docMk/>
            <pc:sldMk cId="2003160330" sldId="302"/>
            <ac:spMk id="2" creationId="{2873BEC0-94F5-4226-A9E7-51B66045EF49}"/>
          </ac:spMkLst>
        </pc:spChg>
        <pc:spChg chg="mod ord">
          <ac:chgData name="Matteo Meloni" userId="6c2ec46ef3c237f1" providerId="Windows Live" clId="Web-{5C3FF111-B973-4E65-9B86-19AB533339A8}" dt="2022-12-26T07:22:30.177" v="7"/>
          <ac:spMkLst>
            <pc:docMk/>
            <pc:sldMk cId="2003160330" sldId="302"/>
            <ac:spMk id="3" creationId="{902FD5C4-FE5F-46D2-ABC9-49FA4BB8442F}"/>
          </ac:spMkLst>
        </pc:spChg>
      </pc:sldChg>
      <pc:sldChg chg="delSp modSp add mod replId setBg">
        <pc:chgData name="Matteo Meloni" userId="6c2ec46ef3c237f1" providerId="Windows Live" clId="Web-{5C3FF111-B973-4E65-9B86-19AB533339A8}" dt="2022-12-26T08:46:53.198" v="388" actId="20577"/>
        <pc:sldMkLst>
          <pc:docMk/>
          <pc:sldMk cId="167378123" sldId="303"/>
        </pc:sldMkLst>
        <pc:spChg chg="mod">
          <ac:chgData name="Matteo Meloni" userId="6c2ec46ef3c237f1" providerId="Windows Live" clId="Web-{5C3FF111-B973-4E65-9B86-19AB533339A8}" dt="2022-12-26T08:46:53.198" v="388" actId="20577"/>
          <ac:spMkLst>
            <pc:docMk/>
            <pc:sldMk cId="167378123" sldId="303"/>
            <ac:spMk id="2" creationId="{2873BEC0-94F5-4226-A9E7-51B66045EF49}"/>
          </ac:spMkLst>
        </pc:spChg>
        <pc:picChg chg="del">
          <ac:chgData name="Matteo Meloni" userId="6c2ec46ef3c237f1" providerId="Windows Live" clId="Web-{5C3FF111-B973-4E65-9B86-19AB533339A8}" dt="2022-12-26T08:46:06.268" v="359"/>
          <ac:picMkLst>
            <pc:docMk/>
            <pc:sldMk cId="167378123" sldId="303"/>
            <ac:picMk id="4" creationId="{2E8386EE-24D7-220C-B8DB-CC66B0B2DE5C}"/>
          </ac:picMkLst>
        </pc:picChg>
      </pc:sldChg>
      <pc:sldChg chg="addSp delSp modSp add replId">
        <pc:chgData name="Matteo Meloni" userId="6c2ec46ef3c237f1" providerId="Windows Live" clId="Web-{5C3FF111-B973-4E65-9B86-19AB533339A8}" dt="2022-12-26T08:50:17.069" v="431" actId="20577"/>
        <pc:sldMkLst>
          <pc:docMk/>
          <pc:sldMk cId="3275203131" sldId="304"/>
        </pc:sldMkLst>
        <pc:spChg chg="mod">
          <ac:chgData name="Matteo Meloni" userId="6c2ec46ef3c237f1" providerId="Windows Live" clId="Web-{5C3FF111-B973-4E65-9B86-19AB533339A8}" dt="2022-12-26T08:48:32.123" v="403" actId="20577"/>
          <ac:spMkLst>
            <pc:docMk/>
            <pc:sldMk cId="3275203131" sldId="304"/>
            <ac:spMk id="2" creationId="{2873BEC0-94F5-4226-A9E7-51B66045EF49}"/>
          </ac:spMkLst>
        </pc:spChg>
        <pc:spChg chg="mod">
          <ac:chgData name="Matteo Meloni" userId="6c2ec46ef3c237f1" providerId="Windows Live" clId="Web-{5C3FF111-B973-4E65-9B86-19AB533339A8}" dt="2022-12-26T08:50:17.069" v="431" actId="20577"/>
          <ac:spMkLst>
            <pc:docMk/>
            <pc:sldMk cId="3275203131" sldId="304"/>
            <ac:spMk id="3" creationId="{902FD5C4-FE5F-46D2-ABC9-49FA4BB8442F}"/>
          </ac:spMkLst>
        </pc:spChg>
        <pc:picChg chg="del">
          <ac:chgData name="Matteo Meloni" userId="6c2ec46ef3c237f1" providerId="Windows Live" clId="Web-{5C3FF111-B973-4E65-9B86-19AB533339A8}" dt="2022-12-26T08:49:34.677" v="417"/>
          <ac:picMkLst>
            <pc:docMk/>
            <pc:sldMk cId="3275203131" sldId="304"/>
            <ac:picMk id="4" creationId="{BD56BF8E-2E96-4AE8-3F9D-A5C486BFA740}"/>
          </ac:picMkLst>
        </pc:picChg>
        <pc:picChg chg="add mod">
          <ac:chgData name="Matteo Meloni" userId="6c2ec46ef3c237f1" providerId="Windows Live" clId="Web-{5C3FF111-B973-4E65-9B86-19AB533339A8}" dt="2022-12-26T08:50:12.319" v="428" actId="1076"/>
          <ac:picMkLst>
            <pc:docMk/>
            <pc:sldMk cId="3275203131" sldId="304"/>
            <ac:picMk id="5" creationId="{85566621-18E5-A1B3-5661-24BB0CECB3EA}"/>
          </ac:picMkLst>
        </pc:picChg>
      </pc:sldChg>
      <pc:sldChg chg="addSp delSp modSp add replId">
        <pc:chgData name="Matteo Meloni" userId="6c2ec46ef3c237f1" providerId="Windows Live" clId="Web-{5C3FF111-B973-4E65-9B86-19AB533339A8}" dt="2022-12-26T09:08:21.118" v="477"/>
        <pc:sldMkLst>
          <pc:docMk/>
          <pc:sldMk cId="3545425584" sldId="305"/>
        </pc:sldMkLst>
        <pc:spChg chg="mod">
          <ac:chgData name="Matteo Meloni" userId="6c2ec46ef3c237f1" providerId="Windows Live" clId="Web-{5C3FF111-B973-4E65-9B86-19AB533339A8}" dt="2022-12-26T08:51:58.017" v="466" actId="20577"/>
          <ac:spMkLst>
            <pc:docMk/>
            <pc:sldMk cId="3545425584" sldId="305"/>
            <ac:spMk id="2" creationId="{2873BEC0-94F5-4226-A9E7-51B66045EF49}"/>
          </ac:spMkLst>
        </pc:spChg>
        <pc:spChg chg="mod">
          <ac:chgData name="Matteo Meloni" userId="6c2ec46ef3c237f1" providerId="Windows Live" clId="Web-{5C3FF111-B973-4E65-9B86-19AB533339A8}" dt="2022-12-26T08:52:14.564" v="468" actId="20577"/>
          <ac:spMkLst>
            <pc:docMk/>
            <pc:sldMk cId="3545425584" sldId="305"/>
            <ac:spMk id="3" creationId="{902FD5C4-FE5F-46D2-ABC9-49FA4BB8442F}"/>
          </ac:spMkLst>
        </pc:spChg>
        <pc:picChg chg="add mod">
          <ac:chgData name="Matteo Meloni" userId="6c2ec46ef3c237f1" providerId="Windows Live" clId="Web-{5C3FF111-B973-4E65-9B86-19AB533339A8}" dt="2022-12-26T08:52:35.705" v="475" actId="1076"/>
          <ac:picMkLst>
            <pc:docMk/>
            <pc:sldMk cId="3545425584" sldId="305"/>
            <ac:picMk id="4" creationId="{12E00541-B8B3-6C35-F776-CAFC75BA157A}"/>
          </ac:picMkLst>
        </pc:picChg>
        <pc:picChg chg="add del mod">
          <ac:chgData name="Matteo Meloni" userId="6c2ec46ef3c237f1" providerId="Windows Live" clId="Web-{5C3FF111-B973-4E65-9B86-19AB533339A8}" dt="2022-12-26T09:08:21.118" v="477"/>
          <ac:picMkLst>
            <pc:docMk/>
            <pc:sldMk cId="3545425584" sldId="305"/>
            <ac:picMk id="5" creationId="{33380953-C7C4-F898-0498-823DBF5104D3}"/>
          </ac:picMkLst>
        </pc:picChg>
        <pc:picChg chg="del">
          <ac:chgData name="Matteo Meloni" userId="6c2ec46ef3c237f1" providerId="Windows Live" clId="Web-{5C3FF111-B973-4E65-9B86-19AB533339A8}" dt="2022-12-26T08:52:16.064" v="469"/>
          <ac:picMkLst>
            <pc:docMk/>
            <pc:sldMk cId="3545425584" sldId="305"/>
            <ac:picMk id="5" creationId="{85566621-18E5-A1B3-5661-24BB0CECB3EA}"/>
          </ac:picMkLst>
        </pc:picChg>
      </pc:sldChg>
      <pc:sldChg chg="addSp delSp modSp add replId">
        <pc:chgData name="Matteo Meloni" userId="6c2ec46ef3c237f1" providerId="Windows Live" clId="Web-{5C3FF111-B973-4E65-9B86-19AB533339A8}" dt="2022-12-26T09:10:35.388" v="516" actId="1076"/>
        <pc:sldMkLst>
          <pc:docMk/>
          <pc:sldMk cId="4044421414" sldId="306"/>
        </pc:sldMkLst>
        <pc:spChg chg="mod">
          <ac:chgData name="Matteo Meloni" userId="6c2ec46ef3c237f1" providerId="Windows Live" clId="Web-{5C3FF111-B973-4E65-9B86-19AB533339A8}" dt="2022-12-26T09:09:31.026" v="495" actId="20577"/>
          <ac:spMkLst>
            <pc:docMk/>
            <pc:sldMk cId="4044421414" sldId="306"/>
            <ac:spMk id="2" creationId="{2873BEC0-94F5-4226-A9E7-51B66045EF49}"/>
          </ac:spMkLst>
        </pc:spChg>
        <pc:spChg chg="mod">
          <ac:chgData name="Matteo Meloni" userId="6c2ec46ef3c237f1" providerId="Windows Live" clId="Web-{5C3FF111-B973-4E65-9B86-19AB533339A8}" dt="2022-12-26T09:10:11.106" v="509" actId="20577"/>
          <ac:spMkLst>
            <pc:docMk/>
            <pc:sldMk cId="4044421414" sldId="306"/>
            <ac:spMk id="3" creationId="{902FD5C4-FE5F-46D2-ABC9-49FA4BB8442F}"/>
          </ac:spMkLst>
        </pc:spChg>
        <pc:picChg chg="del">
          <ac:chgData name="Matteo Meloni" userId="6c2ec46ef3c237f1" providerId="Windows Live" clId="Web-{5C3FF111-B973-4E65-9B86-19AB533339A8}" dt="2022-12-26T09:09:32.823" v="496"/>
          <ac:picMkLst>
            <pc:docMk/>
            <pc:sldMk cId="4044421414" sldId="306"/>
            <ac:picMk id="4" creationId="{12E00541-B8B3-6C35-F776-CAFC75BA157A}"/>
          </ac:picMkLst>
        </pc:picChg>
        <pc:picChg chg="add mod">
          <ac:chgData name="Matteo Meloni" userId="6c2ec46ef3c237f1" providerId="Windows Live" clId="Web-{5C3FF111-B973-4E65-9B86-19AB533339A8}" dt="2022-12-26T09:10:35.388" v="516" actId="1076"/>
          <ac:picMkLst>
            <pc:docMk/>
            <pc:sldMk cId="4044421414" sldId="306"/>
            <ac:picMk id="5" creationId="{9484C3A7-F671-112F-58A3-2B0078BD43FB}"/>
          </ac:picMkLst>
        </pc:picChg>
      </pc:sldChg>
      <pc:sldChg chg="addSp delSp modSp add replId">
        <pc:chgData name="Matteo Meloni" userId="6c2ec46ef3c237f1" providerId="Windows Live" clId="Web-{5C3FF111-B973-4E65-9B86-19AB533339A8}" dt="2022-12-26T09:13:05.704" v="563" actId="1076"/>
        <pc:sldMkLst>
          <pc:docMk/>
          <pc:sldMk cId="1378938275" sldId="307"/>
        </pc:sldMkLst>
        <pc:spChg chg="mod">
          <ac:chgData name="Matteo Meloni" userId="6c2ec46ef3c237f1" providerId="Windows Live" clId="Web-{5C3FF111-B973-4E65-9B86-19AB533339A8}" dt="2022-12-26T09:12:47.610" v="555" actId="20577"/>
          <ac:spMkLst>
            <pc:docMk/>
            <pc:sldMk cId="1378938275" sldId="307"/>
            <ac:spMk id="3" creationId="{902FD5C4-FE5F-46D2-ABC9-49FA4BB8442F}"/>
          </ac:spMkLst>
        </pc:spChg>
        <pc:picChg chg="add mod">
          <ac:chgData name="Matteo Meloni" userId="6c2ec46ef3c237f1" providerId="Windows Live" clId="Web-{5C3FF111-B973-4E65-9B86-19AB533339A8}" dt="2022-12-26T09:13:05.704" v="563" actId="1076"/>
          <ac:picMkLst>
            <pc:docMk/>
            <pc:sldMk cId="1378938275" sldId="307"/>
            <ac:picMk id="4" creationId="{7C35E558-8B90-31FB-9546-FB774E562775}"/>
          </ac:picMkLst>
        </pc:picChg>
        <pc:picChg chg="del">
          <ac:chgData name="Matteo Meloni" userId="6c2ec46ef3c237f1" providerId="Windows Live" clId="Web-{5C3FF111-B973-4E65-9B86-19AB533339A8}" dt="2022-12-26T09:12:48.782" v="556"/>
          <ac:picMkLst>
            <pc:docMk/>
            <pc:sldMk cId="1378938275" sldId="307"/>
            <ac:picMk id="5" creationId="{9484C3A7-F671-112F-58A3-2B0078BD43FB}"/>
          </ac:picMkLst>
        </pc:picChg>
      </pc:sldChg>
      <pc:sldChg chg="addSp delSp modSp add mod replId setBg">
        <pc:chgData name="Matteo Meloni" userId="6c2ec46ef3c237f1" providerId="Windows Live" clId="Web-{5C3FF111-B973-4E65-9B86-19AB533339A8}" dt="2022-12-26T09:25:31.334" v="602" actId="20577"/>
        <pc:sldMkLst>
          <pc:docMk/>
          <pc:sldMk cId="3646302599" sldId="308"/>
        </pc:sldMkLst>
        <pc:spChg chg="mod">
          <ac:chgData name="Matteo Meloni" userId="6c2ec46ef3c237f1" providerId="Windows Live" clId="Web-{5C3FF111-B973-4E65-9B86-19AB533339A8}" dt="2022-12-26T09:25:31.334" v="602" actId="20577"/>
          <ac:spMkLst>
            <pc:docMk/>
            <pc:sldMk cId="3646302599" sldId="308"/>
            <ac:spMk id="2" creationId="{2873BEC0-94F5-4226-A9E7-51B66045EF49}"/>
          </ac:spMkLst>
        </pc:spChg>
        <pc:spChg chg="del mod">
          <ac:chgData name="Matteo Meloni" userId="6c2ec46ef3c237f1" providerId="Windows Live" clId="Web-{5C3FF111-B973-4E65-9B86-19AB533339A8}" dt="2022-12-26T09:23:30.565" v="567"/>
          <ac:spMkLst>
            <pc:docMk/>
            <pc:sldMk cId="3646302599" sldId="308"/>
            <ac:spMk id="3" creationId="{902FD5C4-FE5F-46D2-ABC9-49FA4BB8442F}"/>
          </ac:spMkLst>
        </pc:spChg>
        <pc:spChg chg="add del mod">
          <ac:chgData name="Matteo Meloni" userId="6c2ec46ef3c237f1" providerId="Windows Live" clId="Web-{5C3FF111-B973-4E65-9B86-19AB533339A8}" dt="2022-12-26T09:23:34.268" v="568"/>
          <ac:spMkLst>
            <pc:docMk/>
            <pc:sldMk cId="3646302599" sldId="308"/>
            <ac:spMk id="6" creationId="{A068822F-9B6B-3EA8-B4D9-770066E0A47F}"/>
          </ac:spMkLst>
        </pc:spChg>
        <pc:picChg chg="del">
          <ac:chgData name="Matteo Meloni" userId="6c2ec46ef3c237f1" providerId="Windows Live" clId="Web-{5C3FF111-B973-4E65-9B86-19AB533339A8}" dt="2022-12-26T09:23:26.487" v="565"/>
          <ac:picMkLst>
            <pc:docMk/>
            <pc:sldMk cId="3646302599" sldId="308"/>
            <ac:picMk id="4" creationId="{7C35E558-8B90-31FB-9546-FB774E562775}"/>
          </ac:picMkLst>
        </pc:picChg>
      </pc:sldChg>
      <pc:sldChg chg="addSp delSp modSp add replId">
        <pc:chgData name="Matteo Meloni" userId="6c2ec46ef3c237f1" providerId="Windows Live" clId="Web-{5C3FF111-B973-4E65-9B86-19AB533339A8}" dt="2022-12-26T09:36:05.351" v="665" actId="20577"/>
        <pc:sldMkLst>
          <pc:docMk/>
          <pc:sldMk cId="66872323" sldId="309"/>
        </pc:sldMkLst>
        <pc:spChg chg="mod">
          <ac:chgData name="Matteo Meloni" userId="6c2ec46ef3c237f1" providerId="Windows Live" clId="Web-{5C3FF111-B973-4E65-9B86-19AB533339A8}" dt="2022-12-26T09:31:50.875" v="604" actId="20577"/>
          <ac:spMkLst>
            <pc:docMk/>
            <pc:sldMk cId="66872323" sldId="309"/>
            <ac:spMk id="2" creationId="{2873BEC0-94F5-4226-A9E7-51B66045EF49}"/>
          </ac:spMkLst>
        </pc:spChg>
        <pc:spChg chg="mod">
          <ac:chgData name="Matteo Meloni" userId="6c2ec46ef3c237f1" providerId="Windows Live" clId="Web-{5C3FF111-B973-4E65-9B86-19AB533339A8}" dt="2022-12-26T09:36:05.351" v="665" actId="20577"/>
          <ac:spMkLst>
            <pc:docMk/>
            <pc:sldMk cId="66872323" sldId="309"/>
            <ac:spMk id="3" creationId="{902FD5C4-FE5F-46D2-ABC9-49FA4BB8442F}"/>
          </ac:spMkLst>
        </pc:spChg>
        <pc:picChg chg="del">
          <ac:chgData name="Matteo Meloni" userId="6c2ec46ef3c237f1" providerId="Windows Live" clId="Web-{5C3FF111-B973-4E65-9B86-19AB533339A8}" dt="2022-12-26T09:31:56.344" v="605"/>
          <ac:picMkLst>
            <pc:docMk/>
            <pc:sldMk cId="66872323" sldId="309"/>
            <ac:picMk id="4" creationId="{7C35E558-8B90-31FB-9546-FB774E562775}"/>
          </ac:picMkLst>
        </pc:picChg>
        <pc:picChg chg="add mod">
          <ac:chgData name="Matteo Meloni" userId="6c2ec46ef3c237f1" providerId="Windows Live" clId="Web-{5C3FF111-B973-4E65-9B86-19AB533339A8}" dt="2022-12-26T09:33:31.191" v="637" actId="1076"/>
          <ac:picMkLst>
            <pc:docMk/>
            <pc:sldMk cId="66872323" sldId="309"/>
            <ac:picMk id="6" creationId="{1BE283A8-19C0-3B90-AA08-BE29D9E3B7C5}"/>
          </ac:picMkLst>
        </pc:picChg>
      </pc:sldChg>
      <pc:sldChg chg="addSp delSp modSp add replId">
        <pc:chgData name="Matteo Meloni" userId="6c2ec46ef3c237f1" providerId="Windows Live" clId="Web-{5C3FF111-B973-4E65-9B86-19AB533339A8}" dt="2022-12-26T09:37:56.776" v="670" actId="1076"/>
        <pc:sldMkLst>
          <pc:docMk/>
          <pc:sldMk cId="2957327821" sldId="310"/>
        </pc:sldMkLst>
        <pc:spChg chg="mod">
          <ac:chgData name="Matteo Meloni" userId="6c2ec46ef3c237f1" providerId="Windows Live" clId="Web-{5C3FF111-B973-4E65-9B86-19AB533339A8}" dt="2022-12-26T09:35:37.788" v="657" actId="20577"/>
          <ac:spMkLst>
            <pc:docMk/>
            <pc:sldMk cId="2957327821" sldId="310"/>
            <ac:spMk id="2" creationId="{2873BEC0-94F5-4226-A9E7-51B66045EF49}"/>
          </ac:spMkLst>
        </pc:spChg>
        <pc:spChg chg="mod">
          <ac:chgData name="Matteo Meloni" userId="6c2ec46ef3c237f1" providerId="Windows Live" clId="Web-{5C3FF111-B973-4E65-9B86-19AB533339A8}" dt="2022-12-26T09:35:55.835" v="663" actId="1076"/>
          <ac:spMkLst>
            <pc:docMk/>
            <pc:sldMk cId="2957327821" sldId="310"/>
            <ac:spMk id="3" creationId="{902FD5C4-FE5F-46D2-ABC9-49FA4BB8442F}"/>
          </ac:spMkLst>
        </pc:spChg>
        <pc:picChg chg="add mod">
          <ac:chgData name="Matteo Meloni" userId="6c2ec46ef3c237f1" providerId="Windows Live" clId="Web-{5C3FF111-B973-4E65-9B86-19AB533339A8}" dt="2022-12-26T09:37:56.776" v="670" actId="1076"/>
          <ac:picMkLst>
            <pc:docMk/>
            <pc:sldMk cId="2957327821" sldId="310"/>
            <ac:picMk id="4" creationId="{7A772B25-5EAE-0633-970E-B096C3A9EA1C}"/>
          </ac:picMkLst>
        </pc:picChg>
        <pc:picChg chg="del">
          <ac:chgData name="Matteo Meloni" userId="6c2ec46ef3c237f1" providerId="Windows Live" clId="Web-{5C3FF111-B973-4E65-9B86-19AB533339A8}" dt="2022-12-26T09:35:40.429" v="658"/>
          <ac:picMkLst>
            <pc:docMk/>
            <pc:sldMk cId="2957327821" sldId="310"/>
            <ac:picMk id="6" creationId="{1BE283A8-19C0-3B90-AA08-BE29D9E3B7C5}"/>
          </ac:picMkLst>
        </pc:picChg>
      </pc:sldChg>
      <pc:sldChg chg="delSp modSp add replId">
        <pc:chgData name="Matteo Meloni" userId="6c2ec46ef3c237f1" providerId="Windows Live" clId="Web-{5C3FF111-B973-4E65-9B86-19AB533339A8}" dt="2022-12-26T09:40:08.420" v="720" actId="20577"/>
        <pc:sldMkLst>
          <pc:docMk/>
          <pc:sldMk cId="591366992" sldId="311"/>
        </pc:sldMkLst>
        <pc:spChg chg="mod">
          <ac:chgData name="Matteo Meloni" userId="6c2ec46ef3c237f1" providerId="Windows Live" clId="Web-{5C3FF111-B973-4E65-9B86-19AB533339A8}" dt="2022-12-26T09:38:44.559" v="682" actId="20577"/>
          <ac:spMkLst>
            <pc:docMk/>
            <pc:sldMk cId="591366992" sldId="311"/>
            <ac:spMk id="2" creationId="{2873BEC0-94F5-4226-A9E7-51B66045EF49}"/>
          </ac:spMkLst>
        </pc:spChg>
        <pc:spChg chg="mod">
          <ac:chgData name="Matteo Meloni" userId="6c2ec46ef3c237f1" providerId="Windows Live" clId="Web-{5C3FF111-B973-4E65-9B86-19AB533339A8}" dt="2022-12-26T09:40:08.420" v="720" actId="20577"/>
          <ac:spMkLst>
            <pc:docMk/>
            <pc:sldMk cId="591366992" sldId="311"/>
            <ac:spMk id="3" creationId="{902FD5C4-FE5F-46D2-ABC9-49FA4BB8442F}"/>
          </ac:spMkLst>
        </pc:spChg>
        <pc:picChg chg="del">
          <ac:chgData name="Matteo Meloni" userId="6c2ec46ef3c237f1" providerId="Windows Live" clId="Web-{5C3FF111-B973-4E65-9B86-19AB533339A8}" dt="2022-12-26T09:38:46.184" v="683"/>
          <ac:picMkLst>
            <pc:docMk/>
            <pc:sldMk cId="591366992" sldId="311"/>
            <ac:picMk id="4" creationId="{7A772B25-5EAE-0633-970E-B096C3A9EA1C}"/>
          </ac:picMkLst>
        </pc:picChg>
      </pc:sldChg>
      <pc:sldChg chg="modSp add replId">
        <pc:chgData name="Matteo Meloni" userId="6c2ec46ef3c237f1" providerId="Windows Live" clId="Web-{5C3FF111-B973-4E65-9B86-19AB533339A8}" dt="2022-12-26T09:43:17.473" v="767" actId="20577"/>
        <pc:sldMkLst>
          <pc:docMk/>
          <pc:sldMk cId="2989057213" sldId="312"/>
        </pc:sldMkLst>
        <pc:spChg chg="mod">
          <ac:chgData name="Matteo Meloni" userId="6c2ec46ef3c237f1" providerId="Windows Live" clId="Web-{5C3FF111-B973-4E65-9B86-19AB533339A8}" dt="2022-12-26T09:41:54.518" v="730" actId="20577"/>
          <ac:spMkLst>
            <pc:docMk/>
            <pc:sldMk cId="2989057213" sldId="312"/>
            <ac:spMk id="2" creationId="{2873BEC0-94F5-4226-A9E7-51B66045EF49}"/>
          </ac:spMkLst>
        </pc:spChg>
        <pc:spChg chg="mod">
          <ac:chgData name="Matteo Meloni" userId="6c2ec46ef3c237f1" providerId="Windows Live" clId="Web-{5C3FF111-B973-4E65-9B86-19AB533339A8}" dt="2022-12-26T09:43:17.473" v="767" actId="20577"/>
          <ac:spMkLst>
            <pc:docMk/>
            <pc:sldMk cId="2989057213" sldId="312"/>
            <ac:spMk id="3" creationId="{902FD5C4-FE5F-46D2-ABC9-49FA4BB8442F}"/>
          </ac:spMkLst>
        </pc:spChg>
      </pc:sldChg>
      <pc:sldMasterChg chg="add del addSldLayout delSldLayout">
        <pc:chgData name="Matteo Meloni" userId="6c2ec46ef3c237f1" providerId="Windows Live" clId="Web-{5C3FF111-B973-4E65-9B86-19AB533339A8}" dt="2022-12-26T07:22:30.177" v="7"/>
        <pc:sldMasterMkLst>
          <pc:docMk/>
          <pc:sldMasterMk cId="1270442930" sldId="2147483660"/>
        </pc:sldMasterMkLst>
        <pc:sldLayoutChg chg="add del">
          <pc:chgData name="Matteo Meloni" userId="6c2ec46ef3c237f1" providerId="Windows Live" clId="Web-{5C3FF111-B973-4E65-9B86-19AB533339A8}" dt="2022-12-26T07:22:30.177" v="7"/>
          <pc:sldLayoutMkLst>
            <pc:docMk/>
            <pc:sldMasterMk cId="1270442930" sldId="2147483660"/>
            <pc:sldLayoutMk cId="3736152338" sldId="2147483661"/>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149702998" sldId="2147483662"/>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2344850389" sldId="2147483663"/>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2871343567" sldId="2147483664"/>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222735022" sldId="2147483665"/>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793464503" sldId="2147483666"/>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1173270772" sldId="2147483667"/>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2396091957" sldId="2147483668"/>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1186066493" sldId="2147483669"/>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1639268502" sldId="2147483670"/>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614706249" sldId="2147483671"/>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1725687683" sldId="2147483672"/>
          </pc:sldLayoutMkLst>
        </pc:sldLayoutChg>
        <pc:sldLayoutChg chg="add del">
          <pc:chgData name="Matteo Meloni" userId="6c2ec46ef3c237f1" providerId="Windows Live" clId="Web-{5C3FF111-B973-4E65-9B86-19AB533339A8}" dt="2022-12-26T07:22:30.177" v="7"/>
          <pc:sldLayoutMkLst>
            <pc:docMk/>
            <pc:sldMasterMk cId="1270442930" sldId="2147483660"/>
            <pc:sldLayoutMk cId="4157246944" sldId="2147483673"/>
          </pc:sldLayoutMkLst>
        </pc:sldLayoutChg>
      </pc:sldMasterChg>
      <pc:sldMasterChg chg="add del addSldLayout delSldLayout modSldLayout">
        <pc:chgData name="Matteo Meloni" userId="6c2ec46ef3c237f1" providerId="Windows Live" clId="Web-{5C3FF111-B973-4E65-9B86-19AB533339A8}" dt="2022-12-26T07:22:30.177" v="7"/>
        <pc:sldMasterMkLst>
          <pc:docMk/>
          <pc:sldMasterMk cId="3089329362" sldId="2147483674"/>
        </pc:sldMasterMkLst>
        <pc:sldLayoutChg chg="add del mod replId">
          <pc:chgData name="Matteo Meloni" userId="6c2ec46ef3c237f1" providerId="Windows Live" clId="Web-{5C3FF111-B973-4E65-9B86-19AB533339A8}" dt="2022-12-26T07:22:30.177" v="7"/>
          <pc:sldLayoutMkLst>
            <pc:docMk/>
            <pc:sldMasterMk cId="3089329362" sldId="2147483674"/>
            <pc:sldLayoutMk cId="4273913951" sldId="2147483675"/>
          </pc:sldLayoutMkLst>
        </pc:sldLayoutChg>
        <pc:sldLayoutChg chg="add del mod replId">
          <pc:chgData name="Matteo Meloni" userId="6c2ec46ef3c237f1" providerId="Windows Live" clId="Web-{5C3FF111-B973-4E65-9B86-19AB533339A8}" dt="2022-12-26T07:22:30.177" v="7"/>
          <pc:sldLayoutMkLst>
            <pc:docMk/>
            <pc:sldMasterMk cId="3089329362" sldId="2147483674"/>
            <pc:sldLayoutMk cId="4151362470" sldId="2147483676"/>
          </pc:sldLayoutMkLst>
        </pc:sldLayoutChg>
        <pc:sldLayoutChg chg="add del mod replId">
          <pc:chgData name="Matteo Meloni" userId="6c2ec46ef3c237f1" providerId="Windows Live" clId="Web-{5C3FF111-B973-4E65-9B86-19AB533339A8}" dt="2022-12-26T07:22:30.177" v="7"/>
          <pc:sldLayoutMkLst>
            <pc:docMk/>
            <pc:sldMasterMk cId="3089329362" sldId="2147483674"/>
            <pc:sldLayoutMk cId="1233694963" sldId="2147483677"/>
          </pc:sldLayoutMkLst>
        </pc:sldLayoutChg>
        <pc:sldLayoutChg chg="add del mod replId">
          <pc:chgData name="Matteo Meloni" userId="6c2ec46ef3c237f1" providerId="Windows Live" clId="Web-{5C3FF111-B973-4E65-9B86-19AB533339A8}" dt="2022-12-26T07:22:30.177" v="7"/>
          <pc:sldLayoutMkLst>
            <pc:docMk/>
            <pc:sldMasterMk cId="3089329362" sldId="2147483674"/>
            <pc:sldLayoutMk cId="3755540156" sldId="2147483678"/>
          </pc:sldLayoutMkLst>
        </pc:sldLayoutChg>
        <pc:sldLayoutChg chg="add del mod replId">
          <pc:chgData name="Matteo Meloni" userId="6c2ec46ef3c237f1" providerId="Windows Live" clId="Web-{5C3FF111-B973-4E65-9B86-19AB533339A8}" dt="2022-12-26T07:22:30.177" v="7"/>
          <pc:sldLayoutMkLst>
            <pc:docMk/>
            <pc:sldMasterMk cId="3089329362" sldId="2147483674"/>
            <pc:sldLayoutMk cId="790501919" sldId="2147483679"/>
          </pc:sldLayoutMkLst>
        </pc:sldLayoutChg>
        <pc:sldLayoutChg chg="add del mod replId">
          <pc:chgData name="Matteo Meloni" userId="6c2ec46ef3c237f1" providerId="Windows Live" clId="Web-{5C3FF111-B973-4E65-9B86-19AB533339A8}" dt="2022-12-26T07:22:30.177" v="7"/>
          <pc:sldLayoutMkLst>
            <pc:docMk/>
            <pc:sldMasterMk cId="3089329362" sldId="2147483674"/>
            <pc:sldLayoutMk cId="608978845" sldId="2147483680"/>
          </pc:sldLayoutMkLst>
        </pc:sldLayoutChg>
        <pc:sldLayoutChg chg="add del mod replId">
          <pc:chgData name="Matteo Meloni" userId="6c2ec46ef3c237f1" providerId="Windows Live" clId="Web-{5C3FF111-B973-4E65-9B86-19AB533339A8}" dt="2022-12-26T07:22:30.177" v="7"/>
          <pc:sldLayoutMkLst>
            <pc:docMk/>
            <pc:sldMasterMk cId="3089329362" sldId="2147483674"/>
            <pc:sldLayoutMk cId="332017429" sldId="2147483681"/>
          </pc:sldLayoutMkLst>
        </pc:sldLayoutChg>
        <pc:sldLayoutChg chg="add del mod replId">
          <pc:chgData name="Matteo Meloni" userId="6c2ec46ef3c237f1" providerId="Windows Live" clId="Web-{5C3FF111-B973-4E65-9B86-19AB533339A8}" dt="2022-12-26T07:22:30.177" v="7"/>
          <pc:sldLayoutMkLst>
            <pc:docMk/>
            <pc:sldMasterMk cId="3089329362" sldId="2147483674"/>
            <pc:sldLayoutMk cId="356914419" sldId="2147483682"/>
          </pc:sldLayoutMkLst>
        </pc:sldLayoutChg>
        <pc:sldLayoutChg chg="add del mod replId">
          <pc:chgData name="Matteo Meloni" userId="6c2ec46ef3c237f1" providerId="Windows Live" clId="Web-{5C3FF111-B973-4E65-9B86-19AB533339A8}" dt="2022-12-26T07:22:30.177" v="7"/>
          <pc:sldLayoutMkLst>
            <pc:docMk/>
            <pc:sldMasterMk cId="3089329362" sldId="2147483674"/>
            <pc:sldLayoutMk cId="2419360748" sldId="2147483683"/>
          </pc:sldLayoutMkLst>
        </pc:sldLayoutChg>
        <pc:sldLayoutChg chg="add del mod replId">
          <pc:chgData name="Matteo Meloni" userId="6c2ec46ef3c237f1" providerId="Windows Live" clId="Web-{5C3FF111-B973-4E65-9B86-19AB533339A8}" dt="2022-12-26T07:22:30.177" v="7"/>
          <pc:sldLayoutMkLst>
            <pc:docMk/>
            <pc:sldMasterMk cId="3089329362" sldId="2147483674"/>
            <pc:sldLayoutMk cId="1923060151" sldId="2147483684"/>
          </pc:sldLayoutMkLst>
        </pc:sldLayoutChg>
        <pc:sldLayoutChg chg="add del mod replId">
          <pc:chgData name="Matteo Meloni" userId="6c2ec46ef3c237f1" providerId="Windows Live" clId="Web-{5C3FF111-B973-4E65-9B86-19AB533339A8}" dt="2022-12-26T07:22:30.177" v="7"/>
          <pc:sldLayoutMkLst>
            <pc:docMk/>
            <pc:sldMasterMk cId="3089329362" sldId="2147483674"/>
            <pc:sldLayoutMk cId="3841594624" sldId="2147483685"/>
          </pc:sldLayoutMkLst>
        </pc:sldLayoutChg>
      </pc:sldMasterChg>
      <pc:sldMasterChg chg="add del addSldLayout delSldLayout modSldLayout">
        <pc:chgData name="Matteo Meloni" userId="6c2ec46ef3c237f1" providerId="Windows Live" clId="Web-{5C3FF111-B973-4E65-9B86-19AB533339A8}" dt="2022-12-26T07:22:20.817" v="6"/>
        <pc:sldMasterMkLst>
          <pc:docMk/>
          <pc:sldMasterMk cId="4277292631" sldId="2147483686"/>
        </pc:sldMasterMkLst>
        <pc:sldLayoutChg chg="add del mod replId">
          <pc:chgData name="Matteo Meloni" userId="6c2ec46ef3c237f1" providerId="Windows Live" clId="Web-{5C3FF111-B973-4E65-9B86-19AB533339A8}" dt="2022-12-26T07:22:20.817" v="6"/>
          <pc:sldLayoutMkLst>
            <pc:docMk/>
            <pc:sldMasterMk cId="4277292631" sldId="2147483686"/>
            <pc:sldLayoutMk cId="1327729447" sldId="2147483687"/>
          </pc:sldLayoutMkLst>
        </pc:sldLayoutChg>
        <pc:sldLayoutChg chg="add del mod replId">
          <pc:chgData name="Matteo Meloni" userId="6c2ec46ef3c237f1" providerId="Windows Live" clId="Web-{5C3FF111-B973-4E65-9B86-19AB533339A8}" dt="2022-12-26T07:22:20.817" v="6"/>
          <pc:sldLayoutMkLst>
            <pc:docMk/>
            <pc:sldMasterMk cId="4277292631" sldId="2147483686"/>
            <pc:sldLayoutMk cId="3332713000" sldId="2147483688"/>
          </pc:sldLayoutMkLst>
        </pc:sldLayoutChg>
        <pc:sldLayoutChg chg="add del mod replId">
          <pc:chgData name="Matteo Meloni" userId="6c2ec46ef3c237f1" providerId="Windows Live" clId="Web-{5C3FF111-B973-4E65-9B86-19AB533339A8}" dt="2022-12-26T07:22:20.817" v="6"/>
          <pc:sldLayoutMkLst>
            <pc:docMk/>
            <pc:sldMasterMk cId="4277292631" sldId="2147483686"/>
            <pc:sldLayoutMk cId="3078505714" sldId="2147483689"/>
          </pc:sldLayoutMkLst>
        </pc:sldLayoutChg>
        <pc:sldLayoutChg chg="add del mod replId">
          <pc:chgData name="Matteo Meloni" userId="6c2ec46ef3c237f1" providerId="Windows Live" clId="Web-{5C3FF111-B973-4E65-9B86-19AB533339A8}" dt="2022-12-26T07:22:20.817" v="6"/>
          <pc:sldLayoutMkLst>
            <pc:docMk/>
            <pc:sldMasterMk cId="4277292631" sldId="2147483686"/>
            <pc:sldLayoutMk cId="2482675517" sldId="2147483690"/>
          </pc:sldLayoutMkLst>
        </pc:sldLayoutChg>
        <pc:sldLayoutChg chg="add del mod replId">
          <pc:chgData name="Matteo Meloni" userId="6c2ec46ef3c237f1" providerId="Windows Live" clId="Web-{5C3FF111-B973-4E65-9B86-19AB533339A8}" dt="2022-12-26T07:22:20.817" v="6"/>
          <pc:sldLayoutMkLst>
            <pc:docMk/>
            <pc:sldMasterMk cId="4277292631" sldId="2147483686"/>
            <pc:sldLayoutMk cId="475925213" sldId="2147483691"/>
          </pc:sldLayoutMkLst>
        </pc:sldLayoutChg>
        <pc:sldLayoutChg chg="add del mod replId">
          <pc:chgData name="Matteo Meloni" userId="6c2ec46ef3c237f1" providerId="Windows Live" clId="Web-{5C3FF111-B973-4E65-9B86-19AB533339A8}" dt="2022-12-26T07:22:20.817" v="6"/>
          <pc:sldLayoutMkLst>
            <pc:docMk/>
            <pc:sldMasterMk cId="4277292631" sldId="2147483686"/>
            <pc:sldLayoutMk cId="3060676346" sldId="2147483692"/>
          </pc:sldLayoutMkLst>
        </pc:sldLayoutChg>
        <pc:sldLayoutChg chg="add del mod replId">
          <pc:chgData name="Matteo Meloni" userId="6c2ec46ef3c237f1" providerId="Windows Live" clId="Web-{5C3FF111-B973-4E65-9B86-19AB533339A8}" dt="2022-12-26T07:22:20.817" v="6"/>
          <pc:sldLayoutMkLst>
            <pc:docMk/>
            <pc:sldMasterMk cId="4277292631" sldId="2147483686"/>
            <pc:sldLayoutMk cId="1051180884" sldId="2147483693"/>
          </pc:sldLayoutMkLst>
        </pc:sldLayoutChg>
        <pc:sldLayoutChg chg="add del mod replId">
          <pc:chgData name="Matteo Meloni" userId="6c2ec46ef3c237f1" providerId="Windows Live" clId="Web-{5C3FF111-B973-4E65-9B86-19AB533339A8}" dt="2022-12-26T07:22:20.817" v="6"/>
          <pc:sldLayoutMkLst>
            <pc:docMk/>
            <pc:sldMasterMk cId="4277292631" sldId="2147483686"/>
            <pc:sldLayoutMk cId="952732130" sldId="2147483694"/>
          </pc:sldLayoutMkLst>
        </pc:sldLayoutChg>
        <pc:sldLayoutChg chg="add del mod replId">
          <pc:chgData name="Matteo Meloni" userId="6c2ec46ef3c237f1" providerId="Windows Live" clId="Web-{5C3FF111-B973-4E65-9B86-19AB533339A8}" dt="2022-12-26T07:22:20.817" v="6"/>
          <pc:sldLayoutMkLst>
            <pc:docMk/>
            <pc:sldMasterMk cId="4277292631" sldId="2147483686"/>
            <pc:sldLayoutMk cId="809495077" sldId="2147483695"/>
          </pc:sldLayoutMkLst>
        </pc:sldLayoutChg>
        <pc:sldLayoutChg chg="add del mod replId">
          <pc:chgData name="Matteo Meloni" userId="6c2ec46ef3c237f1" providerId="Windows Live" clId="Web-{5C3FF111-B973-4E65-9B86-19AB533339A8}" dt="2022-12-26T07:22:20.817" v="6"/>
          <pc:sldLayoutMkLst>
            <pc:docMk/>
            <pc:sldMasterMk cId="4277292631" sldId="2147483686"/>
            <pc:sldLayoutMk cId="1096439719" sldId="2147483696"/>
          </pc:sldLayoutMkLst>
        </pc:sldLayoutChg>
        <pc:sldLayoutChg chg="add del mod replId">
          <pc:chgData name="Matteo Meloni" userId="6c2ec46ef3c237f1" providerId="Windows Live" clId="Web-{5C3FF111-B973-4E65-9B86-19AB533339A8}" dt="2022-12-26T07:22:20.817" v="6"/>
          <pc:sldLayoutMkLst>
            <pc:docMk/>
            <pc:sldMasterMk cId="4277292631" sldId="2147483686"/>
            <pc:sldLayoutMk cId="2403888560" sldId="2147483697"/>
          </pc:sldLayoutMkLst>
        </pc:sldLayoutChg>
      </pc:sldMasterChg>
      <pc:sldMasterChg chg="add del addSldLayout delSldLayout modSldLayout">
        <pc:chgData name="Matteo Meloni" userId="6c2ec46ef3c237f1" providerId="Windows Live" clId="Web-{5C3FF111-B973-4E65-9B86-19AB533339A8}" dt="2022-12-26T07:22:13.629" v="5"/>
        <pc:sldMasterMkLst>
          <pc:docMk/>
          <pc:sldMasterMk cId="512819097" sldId="2147483698"/>
        </pc:sldMasterMkLst>
        <pc:sldLayoutChg chg="add del mod replId">
          <pc:chgData name="Matteo Meloni" userId="6c2ec46ef3c237f1" providerId="Windows Live" clId="Web-{5C3FF111-B973-4E65-9B86-19AB533339A8}" dt="2022-12-26T07:22:13.629" v="5"/>
          <pc:sldLayoutMkLst>
            <pc:docMk/>
            <pc:sldMasterMk cId="512819097" sldId="2147483698"/>
            <pc:sldLayoutMk cId="703723435" sldId="2147483699"/>
          </pc:sldLayoutMkLst>
        </pc:sldLayoutChg>
        <pc:sldLayoutChg chg="add del mod replId">
          <pc:chgData name="Matteo Meloni" userId="6c2ec46ef3c237f1" providerId="Windows Live" clId="Web-{5C3FF111-B973-4E65-9B86-19AB533339A8}" dt="2022-12-26T07:22:13.629" v="5"/>
          <pc:sldLayoutMkLst>
            <pc:docMk/>
            <pc:sldMasterMk cId="512819097" sldId="2147483698"/>
            <pc:sldLayoutMk cId="410251503" sldId="2147483700"/>
          </pc:sldLayoutMkLst>
        </pc:sldLayoutChg>
        <pc:sldLayoutChg chg="add del mod replId">
          <pc:chgData name="Matteo Meloni" userId="6c2ec46ef3c237f1" providerId="Windows Live" clId="Web-{5C3FF111-B973-4E65-9B86-19AB533339A8}" dt="2022-12-26T07:22:13.629" v="5"/>
          <pc:sldLayoutMkLst>
            <pc:docMk/>
            <pc:sldMasterMk cId="512819097" sldId="2147483698"/>
            <pc:sldLayoutMk cId="3509662495" sldId="2147483701"/>
          </pc:sldLayoutMkLst>
        </pc:sldLayoutChg>
        <pc:sldLayoutChg chg="add del mod replId">
          <pc:chgData name="Matteo Meloni" userId="6c2ec46ef3c237f1" providerId="Windows Live" clId="Web-{5C3FF111-B973-4E65-9B86-19AB533339A8}" dt="2022-12-26T07:22:13.629" v="5"/>
          <pc:sldLayoutMkLst>
            <pc:docMk/>
            <pc:sldMasterMk cId="512819097" sldId="2147483698"/>
            <pc:sldLayoutMk cId="2837327283" sldId="2147483702"/>
          </pc:sldLayoutMkLst>
        </pc:sldLayoutChg>
        <pc:sldLayoutChg chg="add del mod replId">
          <pc:chgData name="Matteo Meloni" userId="6c2ec46ef3c237f1" providerId="Windows Live" clId="Web-{5C3FF111-B973-4E65-9B86-19AB533339A8}" dt="2022-12-26T07:22:13.629" v="5"/>
          <pc:sldLayoutMkLst>
            <pc:docMk/>
            <pc:sldMasterMk cId="512819097" sldId="2147483698"/>
            <pc:sldLayoutMk cId="933474535" sldId="2147483703"/>
          </pc:sldLayoutMkLst>
        </pc:sldLayoutChg>
        <pc:sldLayoutChg chg="add del mod replId">
          <pc:chgData name="Matteo Meloni" userId="6c2ec46ef3c237f1" providerId="Windows Live" clId="Web-{5C3FF111-B973-4E65-9B86-19AB533339A8}" dt="2022-12-26T07:22:13.629" v="5"/>
          <pc:sldLayoutMkLst>
            <pc:docMk/>
            <pc:sldMasterMk cId="512819097" sldId="2147483698"/>
            <pc:sldLayoutMk cId="1996394885" sldId="2147483704"/>
          </pc:sldLayoutMkLst>
        </pc:sldLayoutChg>
        <pc:sldLayoutChg chg="add del mod replId">
          <pc:chgData name="Matteo Meloni" userId="6c2ec46ef3c237f1" providerId="Windows Live" clId="Web-{5C3FF111-B973-4E65-9B86-19AB533339A8}" dt="2022-12-26T07:22:13.629" v="5"/>
          <pc:sldLayoutMkLst>
            <pc:docMk/>
            <pc:sldMasterMk cId="512819097" sldId="2147483698"/>
            <pc:sldLayoutMk cId="3195090043" sldId="2147483705"/>
          </pc:sldLayoutMkLst>
        </pc:sldLayoutChg>
        <pc:sldLayoutChg chg="add del mod replId">
          <pc:chgData name="Matteo Meloni" userId="6c2ec46ef3c237f1" providerId="Windows Live" clId="Web-{5C3FF111-B973-4E65-9B86-19AB533339A8}" dt="2022-12-26T07:22:13.629" v="5"/>
          <pc:sldLayoutMkLst>
            <pc:docMk/>
            <pc:sldMasterMk cId="512819097" sldId="2147483698"/>
            <pc:sldLayoutMk cId="4166642593" sldId="2147483706"/>
          </pc:sldLayoutMkLst>
        </pc:sldLayoutChg>
        <pc:sldLayoutChg chg="add del mod replId">
          <pc:chgData name="Matteo Meloni" userId="6c2ec46ef3c237f1" providerId="Windows Live" clId="Web-{5C3FF111-B973-4E65-9B86-19AB533339A8}" dt="2022-12-26T07:22:13.629" v="5"/>
          <pc:sldLayoutMkLst>
            <pc:docMk/>
            <pc:sldMasterMk cId="512819097" sldId="2147483698"/>
            <pc:sldLayoutMk cId="1823567164" sldId="2147483707"/>
          </pc:sldLayoutMkLst>
        </pc:sldLayoutChg>
        <pc:sldLayoutChg chg="add del mod replId">
          <pc:chgData name="Matteo Meloni" userId="6c2ec46ef3c237f1" providerId="Windows Live" clId="Web-{5C3FF111-B973-4E65-9B86-19AB533339A8}" dt="2022-12-26T07:22:13.629" v="5"/>
          <pc:sldLayoutMkLst>
            <pc:docMk/>
            <pc:sldMasterMk cId="512819097" sldId="2147483698"/>
            <pc:sldLayoutMk cId="2599492163" sldId="2147483708"/>
          </pc:sldLayoutMkLst>
        </pc:sldLayoutChg>
        <pc:sldLayoutChg chg="add del mod replId">
          <pc:chgData name="Matteo Meloni" userId="6c2ec46ef3c237f1" providerId="Windows Live" clId="Web-{5C3FF111-B973-4E65-9B86-19AB533339A8}" dt="2022-12-26T07:22:13.629" v="5"/>
          <pc:sldLayoutMkLst>
            <pc:docMk/>
            <pc:sldMasterMk cId="512819097" sldId="2147483698"/>
            <pc:sldLayoutMk cId="1093916850" sldId="2147483709"/>
          </pc:sldLayoutMkLst>
        </pc:sldLayoutChg>
      </pc:sldMasterChg>
      <pc:sldMasterChg chg="add del addSldLayout delSldLayout modSldLayout">
        <pc:chgData name="Matteo Meloni" userId="6c2ec46ef3c237f1" providerId="Windows Live" clId="Web-{5C3FF111-B973-4E65-9B86-19AB533339A8}" dt="2022-12-26T07:22:02.473" v="4"/>
        <pc:sldMasterMkLst>
          <pc:docMk/>
          <pc:sldMasterMk cId="3181005147" sldId="2147483710"/>
        </pc:sldMasterMkLst>
        <pc:sldLayoutChg chg="add del mod replId">
          <pc:chgData name="Matteo Meloni" userId="6c2ec46ef3c237f1" providerId="Windows Live" clId="Web-{5C3FF111-B973-4E65-9B86-19AB533339A8}" dt="2022-12-26T07:22:02.473" v="4"/>
          <pc:sldLayoutMkLst>
            <pc:docMk/>
            <pc:sldMasterMk cId="3181005147" sldId="2147483710"/>
            <pc:sldLayoutMk cId="222234533" sldId="2147483711"/>
          </pc:sldLayoutMkLst>
        </pc:sldLayoutChg>
        <pc:sldLayoutChg chg="add del mod replId">
          <pc:chgData name="Matteo Meloni" userId="6c2ec46ef3c237f1" providerId="Windows Live" clId="Web-{5C3FF111-B973-4E65-9B86-19AB533339A8}" dt="2022-12-26T07:22:02.473" v="4"/>
          <pc:sldLayoutMkLst>
            <pc:docMk/>
            <pc:sldMasterMk cId="3181005147" sldId="2147483710"/>
            <pc:sldLayoutMk cId="2859715545" sldId="2147483712"/>
          </pc:sldLayoutMkLst>
        </pc:sldLayoutChg>
        <pc:sldLayoutChg chg="add del mod replId">
          <pc:chgData name="Matteo Meloni" userId="6c2ec46ef3c237f1" providerId="Windows Live" clId="Web-{5C3FF111-B973-4E65-9B86-19AB533339A8}" dt="2022-12-26T07:22:02.473" v="4"/>
          <pc:sldLayoutMkLst>
            <pc:docMk/>
            <pc:sldMasterMk cId="3181005147" sldId="2147483710"/>
            <pc:sldLayoutMk cId="468111180" sldId="2147483713"/>
          </pc:sldLayoutMkLst>
        </pc:sldLayoutChg>
        <pc:sldLayoutChg chg="add del mod replId">
          <pc:chgData name="Matteo Meloni" userId="6c2ec46ef3c237f1" providerId="Windows Live" clId="Web-{5C3FF111-B973-4E65-9B86-19AB533339A8}" dt="2022-12-26T07:22:02.473" v="4"/>
          <pc:sldLayoutMkLst>
            <pc:docMk/>
            <pc:sldMasterMk cId="3181005147" sldId="2147483710"/>
            <pc:sldLayoutMk cId="155907592" sldId="2147483714"/>
          </pc:sldLayoutMkLst>
        </pc:sldLayoutChg>
        <pc:sldLayoutChg chg="add del mod replId">
          <pc:chgData name="Matteo Meloni" userId="6c2ec46ef3c237f1" providerId="Windows Live" clId="Web-{5C3FF111-B973-4E65-9B86-19AB533339A8}" dt="2022-12-26T07:22:02.473" v="4"/>
          <pc:sldLayoutMkLst>
            <pc:docMk/>
            <pc:sldMasterMk cId="3181005147" sldId="2147483710"/>
            <pc:sldLayoutMk cId="3216621869" sldId="2147483715"/>
          </pc:sldLayoutMkLst>
        </pc:sldLayoutChg>
        <pc:sldLayoutChg chg="add del mod replId">
          <pc:chgData name="Matteo Meloni" userId="6c2ec46ef3c237f1" providerId="Windows Live" clId="Web-{5C3FF111-B973-4E65-9B86-19AB533339A8}" dt="2022-12-26T07:22:02.473" v="4"/>
          <pc:sldLayoutMkLst>
            <pc:docMk/>
            <pc:sldMasterMk cId="3181005147" sldId="2147483710"/>
            <pc:sldLayoutMk cId="1622573515" sldId="2147483716"/>
          </pc:sldLayoutMkLst>
        </pc:sldLayoutChg>
        <pc:sldLayoutChg chg="add del mod replId">
          <pc:chgData name="Matteo Meloni" userId="6c2ec46ef3c237f1" providerId="Windows Live" clId="Web-{5C3FF111-B973-4E65-9B86-19AB533339A8}" dt="2022-12-26T07:22:02.473" v="4"/>
          <pc:sldLayoutMkLst>
            <pc:docMk/>
            <pc:sldMasterMk cId="3181005147" sldId="2147483710"/>
            <pc:sldLayoutMk cId="467440719" sldId="2147483717"/>
          </pc:sldLayoutMkLst>
        </pc:sldLayoutChg>
        <pc:sldLayoutChg chg="add del mod replId">
          <pc:chgData name="Matteo Meloni" userId="6c2ec46ef3c237f1" providerId="Windows Live" clId="Web-{5C3FF111-B973-4E65-9B86-19AB533339A8}" dt="2022-12-26T07:22:02.473" v="4"/>
          <pc:sldLayoutMkLst>
            <pc:docMk/>
            <pc:sldMasterMk cId="3181005147" sldId="2147483710"/>
            <pc:sldLayoutMk cId="1840594741" sldId="2147483718"/>
          </pc:sldLayoutMkLst>
        </pc:sldLayoutChg>
        <pc:sldLayoutChg chg="add del mod replId">
          <pc:chgData name="Matteo Meloni" userId="6c2ec46ef3c237f1" providerId="Windows Live" clId="Web-{5C3FF111-B973-4E65-9B86-19AB533339A8}" dt="2022-12-26T07:22:02.473" v="4"/>
          <pc:sldLayoutMkLst>
            <pc:docMk/>
            <pc:sldMasterMk cId="3181005147" sldId="2147483710"/>
            <pc:sldLayoutMk cId="2930962293" sldId="2147483719"/>
          </pc:sldLayoutMkLst>
        </pc:sldLayoutChg>
        <pc:sldLayoutChg chg="add del mod replId">
          <pc:chgData name="Matteo Meloni" userId="6c2ec46ef3c237f1" providerId="Windows Live" clId="Web-{5C3FF111-B973-4E65-9B86-19AB533339A8}" dt="2022-12-26T07:22:02.473" v="4"/>
          <pc:sldLayoutMkLst>
            <pc:docMk/>
            <pc:sldMasterMk cId="3181005147" sldId="2147483710"/>
            <pc:sldLayoutMk cId="3650593713" sldId="2147483720"/>
          </pc:sldLayoutMkLst>
        </pc:sldLayoutChg>
        <pc:sldLayoutChg chg="add del mod replId">
          <pc:chgData name="Matteo Meloni" userId="6c2ec46ef3c237f1" providerId="Windows Live" clId="Web-{5C3FF111-B973-4E65-9B86-19AB533339A8}" dt="2022-12-26T07:22:02.473" v="4"/>
          <pc:sldLayoutMkLst>
            <pc:docMk/>
            <pc:sldMasterMk cId="3181005147" sldId="2147483710"/>
            <pc:sldLayoutMk cId="785103413" sldId="2147483721"/>
          </pc:sldLayoutMkLst>
        </pc:sldLayoutChg>
      </pc:sldMasterChg>
    </pc:docChg>
  </pc:docChgLst>
  <pc:docChgLst>
    <pc:chgData name="Matteo Meloni" userId="6c2ec46ef3c237f1" providerId="Windows Live" clId="Web-{7E182762-9110-48BE-8E8E-9CF57CC2BEA9}"/>
    <pc:docChg chg="addSld modSld">
      <pc:chgData name="Matteo Meloni" userId="6c2ec46ef3c237f1" providerId="Windows Live" clId="Web-{7E182762-9110-48BE-8E8E-9CF57CC2BEA9}" dt="2022-12-20T04:18:50.563" v="156" actId="20577"/>
      <pc:docMkLst>
        <pc:docMk/>
      </pc:docMkLst>
      <pc:sldChg chg="modSp">
        <pc:chgData name="Matteo Meloni" userId="6c2ec46ef3c237f1" providerId="Windows Live" clId="Web-{7E182762-9110-48BE-8E8E-9CF57CC2BEA9}" dt="2022-12-20T04:10:15.699" v="116" actId="20577"/>
        <pc:sldMkLst>
          <pc:docMk/>
          <pc:sldMk cId="452859177" sldId="262"/>
        </pc:sldMkLst>
        <pc:spChg chg="mod">
          <ac:chgData name="Matteo Meloni" userId="6c2ec46ef3c237f1" providerId="Windows Live" clId="Web-{7E182762-9110-48BE-8E8E-9CF57CC2BEA9}" dt="2022-12-20T04:10:15.699" v="116" actId="20577"/>
          <ac:spMkLst>
            <pc:docMk/>
            <pc:sldMk cId="452859177" sldId="262"/>
            <ac:spMk id="3" creationId="{902FD5C4-FE5F-46D2-ABC9-49FA4BB8442F}"/>
          </ac:spMkLst>
        </pc:spChg>
      </pc:sldChg>
      <pc:sldChg chg="modSp new">
        <pc:chgData name="Matteo Meloni" userId="6c2ec46ef3c237f1" providerId="Windows Live" clId="Web-{7E182762-9110-48BE-8E8E-9CF57CC2BEA9}" dt="2022-12-20T03:54:02.973" v="9" actId="20577"/>
        <pc:sldMkLst>
          <pc:docMk/>
          <pc:sldMk cId="2321633340" sldId="280"/>
        </pc:sldMkLst>
        <pc:spChg chg="mod">
          <ac:chgData name="Matteo Meloni" userId="6c2ec46ef3c237f1" providerId="Windows Live" clId="Web-{7E182762-9110-48BE-8E8E-9CF57CC2BEA9}" dt="2022-12-20T03:54:02.973" v="9" actId="20577"/>
          <ac:spMkLst>
            <pc:docMk/>
            <pc:sldMk cId="2321633340" sldId="280"/>
            <ac:spMk id="2" creationId="{EE532C6D-899C-D17A-8C8D-8C7D501BF6BA}"/>
          </ac:spMkLst>
        </pc:spChg>
      </pc:sldChg>
      <pc:sldChg chg="delSp modSp add replId">
        <pc:chgData name="Matteo Meloni" userId="6c2ec46ef3c237f1" providerId="Windows Live" clId="Web-{7E182762-9110-48BE-8E8E-9CF57CC2BEA9}" dt="2022-12-20T04:13:05.127" v="135" actId="20577"/>
        <pc:sldMkLst>
          <pc:docMk/>
          <pc:sldMk cId="526857693" sldId="281"/>
        </pc:sldMkLst>
        <pc:spChg chg="mod">
          <ac:chgData name="Matteo Meloni" userId="6c2ec46ef3c237f1" providerId="Windows Live" clId="Web-{7E182762-9110-48BE-8E8E-9CF57CC2BEA9}" dt="2022-12-20T04:13:05.127" v="135" actId="20577"/>
          <ac:spMkLst>
            <pc:docMk/>
            <pc:sldMk cId="526857693" sldId="281"/>
            <ac:spMk id="3" creationId="{902FD5C4-FE5F-46D2-ABC9-49FA4BB8442F}"/>
          </ac:spMkLst>
        </pc:spChg>
        <pc:picChg chg="del">
          <ac:chgData name="Matteo Meloni" userId="6c2ec46ef3c237f1" providerId="Windows Live" clId="Web-{7E182762-9110-48BE-8E8E-9CF57CC2BEA9}" dt="2022-12-20T04:11:16.670" v="118"/>
          <ac:picMkLst>
            <pc:docMk/>
            <pc:sldMk cId="526857693" sldId="281"/>
            <ac:picMk id="5" creationId="{33AE176B-DE78-4B75-AC9E-2A422E82D533}"/>
          </ac:picMkLst>
        </pc:picChg>
      </pc:sldChg>
      <pc:sldChg chg="modSp add replId">
        <pc:chgData name="Matteo Meloni" userId="6c2ec46ef3c237f1" providerId="Windows Live" clId="Web-{7E182762-9110-48BE-8E8E-9CF57CC2BEA9}" dt="2022-12-20T04:18:50.563" v="156" actId="20577"/>
        <pc:sldMkLst>
          <pc:docMk/>
          <pc:sldMk cId="3661708941" sldId="282"/>
        </pc:sldMkLst>
        <pc:spChg chg="mod">
          <ac:chgData name="Matteo Meloni" userId="6c2ec46ef3c237f1" providerId="Windows Live" clId="Web-{7E182762-9110-48BE-8E8E-9CF57CC2BEA9}" dt="2022-12-20T04:17:52.623" v="141" actId="20577"/>
          <ac:spMkLst>
            <pc:docMk/>
            <pc:sldMk cId="3661708941" sldId="282"/>
            <ac:spMk id="2" creationId="{2873BEC0-94F5-4226-A9E7-51B66045EF49}"/>
          </ac:spMkLst>
        </pc:spChg>
        <pc:spChg chg="mod">
          <ac:chgData name="Matteo Meloni" userId="6c2ec46ef3c237f1" providerId="Windows Live" clId="Web-{7E182762-9110-48BE-8E8E-9CF57CC2BEA9}" dt="2022-12-20T04:18:50.563" v="156" actId="20577"/>
          <ac:spMkLst>
            <pc:docMk/>
            <pc:sldMk cId="3661708941" sldId="282"/>
            <ac:spMk id="3" creationId="{902FD5C4-FE5F-46D2-ABC9-49FA4BB8442F}"/>
          </ac:spMkLst>
        </pc:spChg>
      </pc:sldChg>
    </pc:docChg>
  </pc:docChgLst>
  <pc:docChgLst>
    <pc:chgData name="Matteo Meloni" userId="6c2ec46ef3c237f1" providerId="Windows Live" clId="Web-{67839B29-1C88-4F40-BA4A-D65353B3C8DD}"/>
    <pc:docChg chg="addSld delSld modSld sldOrd">
      <pc:chgData name="Matteo Meloni" userId="6c2ec46ef3c237f1" providerId="Windows Live" clId="Web-{67839B29-1C88-4F40-BA4A-D65353B3C8DD}" dt="2022-12-20T14:28:34.198" v="529" actId="20577"/>
      <pc:docMkLst>
        <pc:docMk/>
      </pc:docMkLst>
      <pc:sldChg chg="addSp delSp modSp add replId">
        <pc:chgData name="Matteo Meloni" userId="6c2ec46ef3c237f1" providerId="Windows Live" clId="Web-{67839B29-1C88-4F40-BA4A-D65353B3C8DD}" dt="2022-12-20T14:27:35.306" v="511" actId="20577"/>
        <pc:sldMkLst>
          <pc:docMk/>
          <pc:sldMk cId="2481600110" sldId="283"/>
        </pc:sldMkLst>
        <pc:spChg chg="mod">
          <ac:chgData name="Matteo Meloni" userId="6c2ec46ef3c237f1" providerId="Windows Live" clId="Web-{67839B29-1C88-4F40-BA4A-D65353B3C8DD}" dt="2022-12-20T14:27:35.306" v="511" actId="20577"/>
          <ac:spMkLst>
            <pc:docMk/>
            <pc:sldMk cId="2481600110" sldId="283"/>
            <ac:spMk id="2" creationId="{2873BEC0-94F5-4226-A9E7-51B66045EF49}"/>
          </ac:spMkLst>
        </pc:spChg>
        <pc:spChg chg="mod">
          <ac:chgData name="Matteo Meloni" userId="6c2ec46ef3c237f1" providerId="Windows Live" clId="Web-{67839B29-1C88-4F40-BA4A-D65353B3C8DD}" dt="2022-12-20T13:20:12.658" v="228" actId="20577"/>
          <ac:spMkLst>
            <pc:docMk/>
            <pc:sldMk cId="2481600110" sldId="283"/>
            <ac:spMk id="3" creationId="{902FD5C4-FE5F-46D2-ABC9-49FA4BB8442F}"/>
          </ac:spMkLst>
        </pc:spChg>
        <pc:spChg chg="add del mod">
          <ac:chgData name="Matteo Meloni" userId="6c2ec46ef3c237f1" providerId="Windows Live" clId="Web-{67839B29-1C88-4F40-BA4A-D65353B3C8DD}" dt="2022-12-20T11:00:09.519" v="17"/>
          <ac:spMkLst>
            <pc:docMk/>
            <pc:sldMk cId="2481600110" sldId="283"/>
            <ac:spMk id="4" creationId="{B1C19D51-5C9E-3FFD-8592-A73DD199E728}"/>
          </ac:spMkLst>
        </pc:spChg>
        <pc:spChg chg="add del mod">
          <ac:chgData name="Matteo Meloni" userId="6c2ec46ef3c237f1" providerId="Windows Live" clId="Web-{67839B29-1C88-4F40-BA4A-D65353B3C8DD}" dt="2022-12-20T11:01:39.381" v="46"/>
          <ac:spMkLst>
            <pc:docMk/>
            <pc:sldMk cId="2481600110" sldId="283"/>
            <ac:spMk id="5" creationId="{9DAB1DC0-DE00-4586-A330-1F16A23B289A}"/>
          </ac:spMkLst>
        </pc:spChg>
        <pc:spChg chg="add del">
          <ac:chgData name="Matteo Meloni" userId="6c2ec46ef3c237f1" providerId="Windows Live" clId="Web-{67839B29-1C88-4F40-BA4A-D65353B3C8DD}" dt="2022-12-20T11:03:27.539" v="52"/>
          <ac:spMkLst>
            <pc:docMk/>
            <pc:sldMk cId="2481600110" sldId="283"/>
            <ac:spMk id="6" creationId="{FE0DD05F-F002-E9D5-B13A-2881835EA00B}"/>
          </ac:spMkLst>
        </pc:spChg>
        <pc:spChg chg="add mod">
          <ac:chgData name="Matteo Meloni" userId="6c2ec46ef3c237f1" providerId="Windows Live" clId="Web-{67839B29-1C88-4F40-BA4A-D65353B3C8DD}" dt="2022-12-20T12:56:30.851" v="200" actId="20577"/>
          <ac:spMkLst>
            <pc:docMk/>
            <pc:sldMk cId="2481600110" sldId="283"/>
            <ac:spMk id="7" creationId="{2F399E6E-2A6C-D383-7C54-1D48BD895188}"/>
          </ac:spMkLst>
        </pc:spChg>
        <pc:spChg chg="add del mod">
          <ac:chgData name="Matteo Meloni" userId="6c2ec46ef3c237f1" providerId="Windows Live" clId="Web-{67839B29-1C88-4F40-BA4A-D65353B3C8DD}" dt="2022-12-20T11:03:53.040" v="58"/>
          <ac:spMkLst>
            <pc:docMk/>
            <pc:sldMk cId="2481600110" sldId="283"/>
            <ac:spMk id="8" creationId="{6CA6E48F-BF16-398A-E3B6-943E6F0B59FA}"/>
          </ac:spMkLst>
        </pc:spChg>
        <pc:spChg chg="add mod">
          <ac:chgData name="Matteo Meloni" userId="6c2ec46ef3c237f1" providerId="Windows Live" clId="Web-{67839B29-1C88-4F40-BA4A-D65353B3C8DD}" dt="2022-12-20T12:56:38.711" v="201" actId="20577"/>
          <ac:spMkLst>
            <pc:docMk/>
            <pc:sldMk cId="2481600110" sldId="283"/>
            <ac:spMk id="9" creationId="{220D1ECB-0961-C2FE-B109-18D656517D41}"/>
          </ac:spMkLst>
        </pc:spChg>
        <pc:spChg chg="add del mod">
          <ac:chgData name="Matteo Meloni" userId="6c2ec46ef3c237f1" providerId="Windows Live" clId="Web-{67839B29-1C88-4F40-BA4A-D65353B3C8DD}" dt="2022-12-20T11:04:34.556" v="67"/>
          <ac:spMkLst>
            <pc:docMk/>
            <pc:sldMk cId="2481600110" sldId="283"/>
            <ac:spMk id="10" creationId="{6A5322AC-E426-F09D-3C9A-412DCC76168D}"/>
          </ac:spMkLst>
        </pc:spChg>
        <pc:spChg chg="add mod">
          <ac:chgData name="Matteo Meloni" userId="6c2ec46ef3c237f1" providerId="Windows Live" clId="Web-{67839B29-1C88-4F40-BA4A-D65353B3C8DD}" dt="2022-12-20T12:56:46.680" v="202" actId="20577"/>
          <ac:spMkLst>
            <pc:docMk/>
            <pc:sldMk cId="2481600110" sldId="283"/>
            <ac:spMk id="11" creationId="{B7623308-B0DE-FCB6-B74F-63390E54CDA7}"/>
          </ac:spMkLst>
        </pc:spChg>
        <pc:spChg chg="add del">
          <ac:chgData name="Matteo Meloni" userId="6c2ec46ef3c237f1" providerId="Windows Live" clId="Web-{67839B29-1C88-4F40-BA4A-D65353B3C8DD}" dt="2022-12-20T11:06:26.215" v="75"/>
          <ac:spMkLst>
            <pc:docMk/>
            <pc:sldMk cId="2481600110" sldId="283"/>
            <ac:spMk id="13" creationId="{C8C08BBE-0103-472E-F942-1F4D7376251F}"/>
          </ac:spMkLst>
        </pc:spChg>
        <pc:spChg chg="add mod">
          <ac:chgData name="Matteo Meloni" userId="6c2ec46ef3c237f1" providerId="Windows Live" clId="Web-{67839B29-1C88-4F40-BA4A-D65353B3C8DD}" dt="2022-12-20T11:10:56.298" v="120" actId="1076"/>
          <ac:spMkLst>
            <pc:docMk/>
            <pc:sldMk cId="2481600110" sldId="283"/>
            <ac:spMk id="14" creationId="{DE49A938-7874-5C59-8AC5-FC55F9662A06}"/>
          </ac:spMkLst>
        </pc:spChg>
        <pc:spChg chg="add del">
          <ac:chgData name="Matteo Meloni" userId="6c2ec46ef3c237f1" providerId="Windows Live" clId="Web-{67839B29-1C88-4F40-BA4A-D65353B3C8DD}" dt="2022-12-20T11:07:13.497" v="84"/>
          <ac:spMkLst>
            <pc:docMk/>
            <pc:sldMk cId="2481600110" sldId="283"/>
            <ac:spMk id="15" creationId="{0DACD1BF-D787-A0BB-DB85-C590E8D671C5}"/>
          </ac:spMkLst>
        </pc:spChg>
        <pc:spChg chg="add mod">
          <ac:chgData name="Matteo Meloni" userId="6c2ec46ef3c237f1" providerId="Windows Live" clId="Web-{67839B29-1C88-4F40-BA4A-D65353B3C8DD}" dt="2022-12-20T11:10:56.298" v="121" actId="1076"/>
          <ac:spMkLst>
            <pc:docMk/>
            <pc:sldMk cId="2481600110" sldId="283"/>
            <ac:spMk id="16" creationId="{5B4CE959-5750-79B0-C3E7-61B76FE3ED1D}"/>
          </ac:spMkLst>
        </pc:spChg>
        <pc:cxnChg chg="add del mod">
          <ac:chgData name="Matteo Meloni" userId="6c2ec46ef3c237f1" providerId="Windows Live" clId="Web-{67839B29-1C88-4F40-BA4A-D65353B3C8DD}" dt="2022-12-20T11:04:59.838" v="73"/>
          <ac:cxnSpMkLst>
            <pc:docMk/>
            <pc:sldMk cId="2481600110" sldId="283"/>
            <ac:cxnSpMk id="12" creationId="{B88A249F-B6C2-669D-1D16-4502D17D8C0D}"/>
          </ac:cxnSpMkLst>
        </pc:cxnChg>
      </pc:sldChg>
      <pc:sldChg chg="addSp delSp modSp new">
        <pc:chgData name="Matteo Meloni" userId="6c2ec46ef3c237f1" providerId="Windows Live" clId="Web-{67839B29-1C88-4F40-BA4A-D65353B3C8DD}" dt="2022-12-20T13:21:41.442" v="240"/>
        <pc:sldMkLst>
          <pc:docMk/>
          <pc:sldMk cId="1488955427" sldId="284"/>
        </pc:sldMkLst>
        <pc:spChg chg="mod">
          <ac:chgData name="Matteo Meloni" userId="6c2ec46ef3c237f1" providerId="Windows Live" clId="Web-{67839B29-1C88-4F40-BA4A-D65353B3C8DD}" dt="2022-12-20T12:48:12.306" v="160" actId="20577"/>
          <ac:spMkLst>
            <pc:docMk/>
            <pc:sldMk cId="1488955427" sldId="284"/>
            <ac:spMk id="2" creationId="{F9647782-6BC2-984D-A14D-12A95F15331D}"/>
          </ac:spMkLst>
        </pc:spChg>
        <pc:spChg chg="mod">
          <ac:chgData name="Matteo Meloni" userId="6c2ec46ef3c237f1" providerId="Windows Live" clId="Web-{67839B29-1C88-4F40-BA4A-D65353B3C8DD}" dt="2022-12-20T13:19:54.532" v="223" actId="20577"/>
          <ac:spMkLst>
            <pc:docMk/>
            <pc:sldMk cId="1488955427" sldId="284"/>
            <ac:spMk id="3" creationId="{1A884BF9-640E-2671-5091-D8F14F854DDC}"/>
          </ac:spMkLst>
        </pc:spChg>
        <pc:spChg chg="del">
          <ac:chgData name="Matteo Meloni" userId="6c2ec46ef3c237f1" providerId="Windows Live" clId="Web-{67839B29-1C88-4F40-BA4A-D65353B3C8DD}" dt="2022-12-20T12:49:17.542" v="176"/>
          <ac:spMkLst>
            <pc:docMk/>
            <pc:sldMk cId="1488955427" sldId="284"/>
            <ac:spMk id="4" creationId="{7313E570-EDBE-6584-6304-2CD41FC04EA3}"/>
          </ac:spMkLst>
        </pc:spChg>
        <pc:spChg chg="add mod">
          <ac:chgData name="Matteo Meloni" userId="6c2ec46ef3c237f1" providerId="Windows Live" clId="Web-{67839B29-1C88-4F40-BA4A-D65353B3C8DD}" dt="2022-12-20T12:56:20.007" v="199" actId="20577"/>
          <ac:spMkLst>
            <pc:docMk/>
            <pc:sldMk cId="1488955427" sldId="284"/>
            <ac:spMk id="6" creationId="{66A2A8E1-13BE-FD63-812B-495EC936CAE0}"/>
          </ac:spMkLst>
        </pc:spChg>
        <pc:spChg chg="add mod">
          <ac:chgData name="Matteo Meloni" userId="6c2ec46ef3c237f1" providerId="Windows Live" clId="Web-{67839B29-1C88-4F40-BA4A-D65353B3C8DD}" dt="2022-12-20T12:56:10.726" v="197" actId="20577"/>
          <ac:spMkLst>
            <pc:docMk/>
            <pc:sldMk cId="1488955427" sldId="284"/>
            <ac:spMk id="8" creationId="{E6911CA1-879E-1DDF-A963-6C11680E91C2}"/>
          </ac:spMkLst>
        </pc:spChg>
        <pc:spChg chg="add mod">
          <ac:chgData name="Matteo Meloni" userId="6c2ec46ef3c237f1" providerId="Windows Live" clId="Web-{67839B29-1C88-4F40-BA4A-D65353B3C8DD}" dt="2022-12-20T12:56:15.585" v="198" actId="20577"/>
          <ac:spMkLst>
            <pc:docMk/>
            <pc:sldMk cId="1488955427" sldId="284"/>
            <ac:spMk id="10" creationId="{4567AEDC-5D29-F16F-01EB-DD3D821B8891}"/>
          </ac:spMkLst>
        </pc:spChg>
        <pc:spChg chg="add">
          <ac:chgData name="Matteo Meloni" userId="6c2ec46ef3c237f1" providerId="Windows Live" clId="Web-{67839B29-1C88-4F40-BA4A-D65353B3C8DD}" dt="2022-12-20T12:49:18.901" v="180"/>
          <ac:spMkLst>
            <pc:docMk/>
            <pc:sldMk cId="1488955427" sldId="284"/>
            <ac:spMk id="12" creationId="{926B5BBA-A90D-C78F-E393-4A8A46C270CF}"/>
          </ac:spMkLst>
        </pc:spChg>
        <pc:spChg chg="add">
          <ac:chgData name="Matteo Meloni" userId="6c2ec46ef3c237f1" providerId="Windows Live" clId="Web-{67839B29-1C88-4F40-BA4A-D65353B3C8DD}" dt="2022-12-20T12:49:18.948" v="181"/>
          <ac:spMkLst>
            <pc:docMk/>
            <pc:sldMk cId="1488955427" sldId="284"/>
            <ac:spMk id="14" creationId="{77BE4696-AE5C-86E1-9480-205E4AE752C4}"/>
          </ac:spMkLst>
        </pc:spChg>
        <pc:spChg chg="add del mod">
          <ac:chgData name="Matteo Meloni" userId="6c2ec46ef3c237f1" providerId="Windows Live" clId="Web-{67839B29-1C88-4F40-BA4A-D65353B3C8DD}" dt="2022-12-20T13:21:27.769" v="236"/>
          <ac:spMkLst>
            <pc:docMk/>
            <pc:sldMk cId="1488955427" sldId="284"/>
            <ac:spMk id="15" creationId="{3758BA4F-F523-E848-4CFB-C90B07723A26}"/>
          </ac:spMkLst>
        </pc:spChg>
        <pc:spChg chg="add del mod">
          <ac:chgData name="Matteo Meloni" userId="6c2ec46ef3c237f1" providerId="Windows Live" clId="Web-{67839B29-1C88-4F40-BA4A-D65353B3C8DD}" dt="2022-12-20T13:21:26.285" v="234"/>
          <ac:spMkLst>
            <pc:docMk/>
            <pc:sldMk cId="1488955427" sldId="284"/>
            <ac:spMk id="16" creationId="{14C5F124-CDD8-00BE-A2BC-46614F9C9D4D}"/>
          </ac:spMkLst>
        </pc:spChg>
        <pc:spChg chg="add del mod">
          <ac:chgData name="Matteo Meloni" userId="6c2ec46ef3c237f1" providerId="Windows Live" clId="Web-{67839B29-1C88-4F40-BA4A-D65353B3C8DD}" dt="2022-12-20T13:21:41.442" v="240"/>
          <ac:spMkLst>
            <pc:docMk/>
            <pc:sldMk cId="1488955427" sldId="284"/>
            <ac:spMk id="17" creationId="{F1718F83-6366-D6A8-9AC5-D516232D5AF5}"/>
          </ac:spMkLst>
        </pc:spChg>
      </pc:sldChg>
      <pc:sldChg chg="add del ord replId">
        <pc:chgData name="Matteo Meloni" userId="6c2ec46ef3c237f1" providerId="Windows Live" clId="Web-{67839B29-1C88-4F40-BA4A-D65353B3C8DD}" dt="2022-12-20T10:59:46.675" v="12"/>
        <pc:sldMkLst>
          <pc:docMk/>
          <pc:sldMk cId="4095471415" sldId="284"/>
        </pc:sldMkLst>
      </pc:sldChg>
      <pc:sldChg chg="addSp delSp modSp add replId">
        <pc:chgData name="Matteo Meloni" userId="6c2ec46ef3c237f1" providerId="Windows Live" clId="Web-{67839B29-1C88-4F40-BA4A-D65353B3C8DD}" dt="2022-12-20T13:36:16.717" v="386" actId="20577"/>
        <pc:sldMkLst>
          <pc:docMk/>
          <pc:sldMk cId="1628756755" sldId="285"/>
        </pc:sldMkLst>
        <pc:spChg chg="mod">
          <ac:chgData name="Matteo Meloni" userId="6c2ec46ef3c237f1" providerId="Windows Live" clId="Web-{67839B29-1C88-4F40-BA4A-D65353B3C8DD}" dt="2022-12-20T13:22:05.317" v="255" actId="20577"/>
          <ac:spMkLst>
            <pc:docMk/>
            <pc:sldMk cId="1628756755" sldId="285"/>
            <ac:spMk id="2" creationId="{F9647782-6BC2-984D-A14D-12A95F15331D}"/>
          </ac:spMkLst>
        </pc:spChg>
        <pc:spChg chg="mod">
          <ac:chgData name="Matteo Meloni" userId="6c2ec46ef3c237f1" providerId="Windows Live" clId="Web-{67839B29-1C88-4F40-BA4A-D65353B3C8DD}" dt="2022-12-20T13:36:16.717" v="386" actId="20577"/>
          <ac:spMkLst>
            <pc:docMk/>
            <pc:sldMk cId="1628756755" sldId="285"/>
            <ac:spMk id="3" creationId="{1A884BF9-640E-2671-5091-D8F14F854DDC}"/>
          </ac:spMkLst>
        </pc:spChg>
        <pc:spChg chg="add mod">
          <ac:chgData name="Matteo Meloni" userId="6c2ec46ef3c237f1" providerId="Windows Live" clId="Web-{67839B29-1C88-4F40-BA4A-D65353B3C8DD}" dt="2022-12-20T13:26:26.669" v="308" actId="1076"/>
          <ac:spMkLst>
            <pc:docMk/>
            <pc:sldMk cId="1628756755" sldId="285"/>
            <ac:spMk id="4" creationId="{312C96A3-9026-DDA3-E83B-2F1F77F3E0F5}"/>
          </ac:spMkLst>
        </pc:spChg>
        <pc:spChg chg="add del mod">
          <ac:chgData name="Matteo Meloni" userId="6c2ec46ef3c237f1" providerId="Windows Live" clId="Web-{67839B29-1C88-4F40-BA4A-D65353B3C8DD}" dt="2022-12-20T13:24:45.744" v="270"/>
          <ac:spMkLst>
            <pc:docMk/>
            <pc:sldMk cId="1628756755" sldId="285"/>
            <ac:spMk id="5" creationId="{9CFD4C29-336D-FFB5-835C-37AA7FD16C2D}"/>
          </ac:spMkLst>
        </pc:spChg>
        <pc:spChg chg="mod">
          <ac:chgData name="Matteo Meloni" userId="6c2ec46ef3c237f1" providerId="Windows Live" clId="Web-{67839B29-1C88-4F40-BA4A-D65353B3C8DD}" dt="2022-12-20T13:26:26.669" v="310" actId="1076"/>
          <ac:spMkLst>
            <pc:docMk/>
            <pc:sldMk cId="1628756755" sldId="285"/>
            <ac:spMk id="6" creationId="{66A2A8E1-13BE-FD63-812B-495EC936CAE0}"/>
          </ac:spMkLst>
        </pc:spChg>
        <pc:spChg chg="add del mod">
          <ac:chgData name="Matteo Meloni" userId="6c2ec46ef3c237f1" providerId="Windows Live" clId="Web-{67839B29-1C88-4F40-BA4A-D65353B3C8DD}" dt="2022-12-20T13:24:57.604" v="274"/>
          <ac:spMkLst>
            <pc:docMk/>
            <pc:sldMk cId="1628756755" sldId="285"/>
            <ac:spMk id="7" creationId="{D78C7C72-0C87-B465-CBD1-1E2A1E52BE70}"/>
          </ac:spMkLst>
        </pc:spChg>
        <pc:spChg chg="mod">
          <ac:chgData name="Matteo Meloni" userId="6c2ec46ef3c237f1" providerId="Windows Live" clId="Web-{67839B29-1C88-4F40-BA4A-D65353B3C8DD}" dt="2022-12-20T13:26:26.684" v="311" actId="1076"/>
          <ac:spMkLst>
            <pc:docMk/>
            <pc:sldMk cId="1628756755" sldId="285"/>
            <ac:spMk id="8" creationId="{E6911CA1-879E-1DDF-A963-6C11680E91C2}"/>
          </ac:spMkLst>
        </pc:spChg>
        <pc:spChg chg="add mod">
          <ac:chgData name="Matteo Meloni" userId="6c2ec46ef3c237f1" providerId="Windows Live" clId="Web-{67839B29-1C88-4F40-BA4A-D65353B3C8DD}" dt="2022-12-20T13:26:26.669" v="309" actId="1076"/>
          <ac:spMkLst>
            <pc:docMk/>
            <pc:sldMk cId="1628756755" sldId="285"/>
            <ac:spMk id="9" creationId="{DCB811B1-6B72-6E72-B212-F23DE6ABF4DB}"/>
          </ac:spMkLst>
        </pc:spChg>
        <pc:spChg chg="mod">
          <ac:chgData name="Matteo Meloni" userId="6c2ec46ef3c237f1" providerId="Windows Live" clId="Web-{67839B29-1C88-4F40-BA4A-D65353B3C8DD}" dt="2022-12-20T13:26:26.684" v="312" actId="1076"/>
          <ac:spMkLst>
            <pc:docMk/>
            <pc:sldMk cId="1628756755" sldId="285"/>
            <ac:spMk id="10" creationId="{4567AEDC-5D29-F16F-01EB-DD3D821B8891}"/>
          </ac:spMkLst>
        </pc:spChg>
        <pc:spChg chg="del">
          <ac:chgData name="Matteo Meloni" userId="6c2ec46ef3c237f1" providerId="Windows Live" clId="Web-{67839B29-1C88-4F40-BA4A-D65353B3C8DD}" dt="2022-12-20T13:23:23.866" v="257"/>
          <ac:spMkLst>
            <pc:docMk/>
            <pc:sldMk cId="1628756755" sldId="285"/>
            <ac:spMk id="12" creationId="{926B5BBA-A90D-C78F-E393-4A8A46C270CF}"/>
          </ac:spMkLst>
        </pc:spChg>
        <pc:spChg chg="del">
          <ac:chgData name="Matteo Meloni" userId="6c2ec46ef3c237f1" providerId="Windows Live" clId="Web-{67839B29-1C88-4F40-BA4A-D65353B3C8DD}" dt="2022-12-20T13:23:24.773" v="258"/>
          <ac:spMkLst>
            <pc:docMk/>
            <pc:sldMk cId="1628756755" sldId="285"/>
            <ac:spMk id="14" creationId="{77BE4696-AE5C-86E1-9480-205E4AE752C4}"/>
          </ac:spMkLst>
        </pc:spChg>
      </pc:sldChg>
      <pc:sldChg chg="delSp modSp add replId">
        <pc:chgData name="Matteo Meloni" userId="6c2ec46ef3c237f1" providerId="Windows Live" clId="Web-{67839B29-1C88-4F40-BA4A-D65353B3C8DD}" dt="2022-12-20T13:56:34.658" v="478" actId="20577"/>
        <pc:sldMkLst>
          <pc:docMk/>
          <pc:sldMk cId="358476306" sldId="286"/>
        </pc:sldMkLst>
        <pc:spChg chg="mod">
          <ac:chgData name="Matteo Meloni" userId="6c2ec46ef3c237f1" providerId="Windows Live" clId="Web-{67839B29-1C88-4F40-BA4A-D65353B3C8DD}" dt="2022-12-20T13:49:15.427" v="396" actId="20577"/>
          <ac:spMkLst>
            <pc:docMk/>
            <pc:sldMk cId="358476306" sldId="286"/>
            <ac:spMk id="2" creationId="{F9647782-6BC2-984D-A14D-12A95F15331D}"/>
          </ac:spMkLst>
        </pc:spChg>
        <pc:spChg chg="mod">
          <ac:chgData name="Matteo Meloni" userId="6c2ec46ef3c237f1" providerId="Windows Live" clId="Web-{67839B29-1C88-4F40-BA4A-D65353B3C8DD}" dt="2022-12-20T13:56:34.658" v="478" actId="20577"/>
          <ac:spMkLst>
            <pc:docMk/>
            <pc:sldMk cId="358476306" sldId="286"/>
            <ac:spMk id="3" creationId="{1A884BF9-640E-2671-5091-D8F14F854DDC}"/>
          </ac:spMkLst>
        </pc:spChg>
        <pc:spChg chg="del">
          <ac:chgData name="Matteo Meloni" userId="6c2ec46ef3c237f1" providerId="Windows Live" clId="Web-{67839B29-1C88-4F40-BA4A-D65353B3C8DD}" dt="2022-12-20T13:49:23.490" v="398"/>
          <ac:spMkLst>
            <pc:docMk/>
            <pc:sldMk cId="358476306" sldId="286"/>
            <ac:spMk id="4" creationId="{312C96A3-9026-DDA3-E83B-2F1F77F3E0F5}"/>
          </ac:spMkLst>
        </pc:spChg>
        <pc:spChg chg="del">
          <ac:chgData name="Matteo Meloni" userId="6c2ec46ef3c237f1" providerId="Windows Live" clId="Web-{67839B29-1C88-4F40-BA4A-D65353B3C8DD}" dt="2022-12-20T13:49:23.490" v="401"/>
          <ac:spMkLst>
            <pc:docMk/>
            <pc:sldMk cId="358476306" sldId="286"/>
            <ac:spMk id="6" creationId="{66A2A8E1-13BE-FD63-812B-495EC936CAE0}"/>
          </ac:spMkLst>
        </pc:spChg>
        <pc:spChg chg="del">
          <ac:chgData name="Matteo Meloni" userId="6c2ec46ef3c237f1" providerId="Windows Live" clId="Web-{67839B29-1C88-4F40-BA4A-D65353B3C8DD}" dt="2022-12-20T13:49:23.490" v="400"/>
          <ac:spMkLst>
            <pc:docMk/>
            <pc:sldMk cId="358476306" sldId="286"/>
            <ac:spMk id="8" creationId="{E6911CA1-879E-1DDF-A963-6C11680E91C2}"/>
          </ac:spMkLst>
        </pc:spChg>
        <pc:spChg chg="del">
          <ac:chgData name="Matteo Meloni" userId="6c2ec46ef3c237f1" providerId="Windows Live" clId="Web-{67839B29-1C88-4F40-BA4A-D65353B3C8DD}" dt="2022-12-20T13:49:23.490" v="397"/>
          <ac:spMkLst>
            <pc:docMk/>
            <pc:sldMk cId="358476306" sldId="286"/>
            <ac:spMk id="9" creationId="{DCB811B1-6B72-6E72-B212-F23DE6ABF4DB}"/>
          </ac:spMkLst>
        </pc:spChg>
        <pc:spChg chg="del">
          <ac:chgData name="Matteo Meloni" userId="6c2ec46ef3c237f1" providerId="Windows Live" clId="Web-{67839B29-1C88-4F40-BA4A-D65353B3C8DD}" dt="2022-12-20T13:49:23.490" v="399"/>
          <ac:spMkLst>
            <pc:docMk/>
            <pc:sldMk cId="358476306" sldId="286"/>
            <ac:spMk id="10" creationId="{4567AEDC-5D29-F16F-01EB-DD3D821B8891}"/>
          </ac:spMkLst>
        </pc:spChg>
      </pc:sldChg>
      <pc:sldChg chg="modSp add replId">
        <pc:chgData name="Matteo Meloni" userId="6c2ec46ef3c237f1" providerId="Windows Live" clId="Web-{67839B29-1C88-4F40-BA4A-D65353B3C8DD}" dt="2022-12-20T14:26:39.867" v="504" actId="20577"/>
        <pc:sldMkLst>
          <pc:docMk/>
          <pc:sldMk cId="2738869797" sldId="287"/>
        </pc:sldMkLst>
        <pc:spChg chg="mod">
          <ac:chgData name="Matteo Meloni" userId="6c2ec46ef3c237f1" providerId="Windows Live" clId="Web-{67839B29-1C88-4F40-BA4A-D65353B3C8DD}" dt="2022-12-20T14:00:08.321" v="481" actId="20577"/>
          <ac:spMkLst>
            <pc:docMk/>
            <pc:sldMk cId="2738869797" sldId="287"/>
            <ac:spMk id="2" creationId="{F9647782-6BC2-984D-A14D-12A95F15331D}"/>
          </ac:spMkLst>
        </pc:spChg>
        <pc:spChg chg="mod">
          <ac:chgData name="Matteo Meloni" userId="6c2ec46ef3c237f1" providerId="Windows Live" clId="Web-{67839B29-1C88-4F40-BA4A-D65353B3C8DD}" dt="2022-12-20T14:26:39.867" v="504" actId="20577"/>
          <ac:spMkLst>
            <pc:docMk/>
            <pc:sldMk cId="2738869797" sldId="287"/>
            <ac:spMk id="3" creationId="{1A884BF9-640E-2671-5091-D8F14F854DDC}"/>
          </ac:spMkLst>
        </pc:spChg>
      </pc:sldChg>
      <pc:sldChg chg="modSp add replId">
        <pc:chgData name="Matteo Meloni" userId="6c2ec46ef3c237f1" providerId="Windows Live" clId="Web-{67839B29-1C88-4F40-BA4A-D65353B3C8DD}" dt="2022-12-20T14:28:34.198" v="529" actId="20577"/>
        <pc:sldMkLst>
          <pc:docMk/>
          <pc:sldMk cId="3742762694" sldId="288"/>
        </pc:sldMkLst>
        <pc:spChg chg="mod">
          <ac:chgData name="Matteo Meloni" userId="6c2ec46ef3c237f1" providerId="Windows Live" clId="Web-{67839B29-1C88-4F40-BA4A-D65353B3C8DD}" dt="2022-12-20T14:28:30.792" v="528" actId="20577"/>
          <ac:spMkLst>
            <pc:docMk/>
            <pc:sldMk cId="3742762694" sldId="288"/>
            <ac:spMk id="2" creationId="{F9647782-6BC2-984D-A14D-12A95F15331D}"/>
          </ac:spMkLst>
        </pc:spChg>
        <pc:spChg chg="mod">
          <ac:chgData name="Matteo Meloni" userId="6c2ec46ef3c237f1" providerId="Windows Live" clId="Web-{67839B29-1C88-4F40-BA4A-D65353B3C8DD}" dt="2022-12-20T14:28:34.198" v="529" actId="20577"/>
          <ac:spMkLst>
            <pc:docMk/>
            <pc:sldMk cId="3742762694" sldId="288"/>
            <ac:spMk id="3" creationId="{1A884BF9-640E-2671-5091-D8F14F854DDC}"/>
          </ac:spMkLst>
        </pc:spChg>
      </pc:sldChg>
      <pc:sldChg chg="modSp new del">
        <pc:chgData name="Matteo Meloni" userId="6c2ec46ef3c237f1" providerId="Windows Live" clId="Web-{67839B29-1C88-4F40-BA4A-D65353B3C8DD}" dt="2022-12-20T14:28:02.822" v="512"/>
        <pc:sldMkLst>
          <pc:docMk/>
          <pc:sldMk cId="4002723222" sldId="288"/>
        </pc:sldMkLst>
        <pc:spChg chg="mod">
          <ac:chgData name="Matteo Meloni" userId="6c2ec46ef3c237f1" providerId="Windows Live" clId="Web-{67839B29-1C88-4F40-BA4A-D65353B3C8DD}" dt="2022-12-20T14:27:22.649" v="509" actId="20577"/>
          <ac:spMkLst>
            <pc:docMk/>
            <pc:sldMk cId="4002723222" sldId="288"/>
            <ac:spMk id="2" creationId="{7B459DC6-BB9E-28C7-3FAC-ABD1035CC6F1}"/>
          </ac:spMkLst>
        </pc:spChg>
      </pc:sldChg>
    </pc:docChg>
  </pc:docChgLst>
  <pc:docChgLst>
    <pc:chgData name="Matteo Meloni" userId="6c2ec46ef3c237f1" providerId="Windows Live" clId="Web-{2F323BA3-4F78-4A8C-BAF5-487C65549B18}"/>
    <pc:docChg chg="addSld delSld modSld">
      <pc:chgData name="Matteo Meloni" userId="6c2ec46ef3c237f1" providerId="Windows Live" clId="Web-{2F323BA3-4F78-4A8C-BAF5-487C65549B18}" dt="2022-12-25T19:21:14.010" v="572" actId="1076"/>
      <pc:docMkLst>
        <pc:docMk/>
      </pc:docMkLst>
      <pc:sldChg chg="modSp">
        <pc:chgData name="Matteo Meloni" userId="6c2ec46ef3c237f1" providerId="Windows Live" clId="Web-{2F323BA3-4F78-4A8C-BAF5-487C65549B18}" dt="2022-12-25T18:02:34.241" v="166" actId="14100"/>
        <pc:sldMkLst>
          <pc:docMk/>
          <pc:sldMk cId="452859177" sldId="262"/>
        </pc:sldMkLst>
        <pc:spChg chg="mod">
          <ac:chgData name="Matteo Meloni" userId="6c2ec46ef3c237f1" providerId="Windows Live" clId="Web-{2F323BA3-4F78-4A8C-BAF5-487C65549B18}" dt="2022-12-25T18:02:34.241" v="166" actId="14100"/>
          <ac:spMkLst>
            <pc:docMk/>
            <pc:sldMk cId="452859177" sldId="262"/>
            <ac:spMk id="3" creationId="{902FD5C4-FE5F-46D2-ABC9-49FA4BB8442F}"/>
          </ac:spMkLst>
        </pc:spChg>
      </pc:sldChg>
      <pc:sldChg chg="addSp delSp modSp">
        <pc:chgData name="Matteo Meloni" userId="6c2ec46ef3c237f1" providerId="Windows Live" clId="Web-{2F323BA3-4F78-4A8C-BAF5-487C65549B18}" dt="2022-12-25T17:36:21.445" v="76" actId="20577"/>
        <pc:sldMkLst>
          <pc:docMk/>
          <pc:sldMk cId="1464666480" sldId="263"/>
        </pc:sldMkLst>
        <pc:spChg chg="mod">
          <ac:chgData name="Matteo Meloni" userId="6c2ec46ef3c237f1" providerId="Windows Live" clId="Web-{2F323BA3-4F78-4A8C-BAF5-487C65549B18}" dt="2022-12-25T17:30:03.067" v="11" actId="14100"/>
          <ac:spMkLst>
            <pc:docMk/>
            <pc:sldMk cId="1464666480" sldId="263"/>
            <ac:spMk id="3" creationId="{902FD5C4-FE5F-46D2-ABC9-49FA4BB8442F}"/>
          </ac:spMkLst>
        </pc:spChg>
        <pc:spChg chg="add del mod">
          <ac:chgData name="Matteo Meloni" userId="6c2ec46ef3c237f1" providerId="Windows Live" clId="Web-{2F323BA3-4F78-4A8C-BAF5-487C65549B18}" dt="2022-12-25T17:29:34.488" v="5"/>
          <ac:spMkLst>
            <pc:docMk/>
            <pc:sldMk cId="1464666480" sldId="263"/>
            <ac:spMk id="4" creationId="{354CF84E-7865-A02F-4B16-2B682D5FE891}"/>
          </ac:spMkLst>
        </pc:spChg>
        <pc:spChg chg="add del mod">
          <ac:chgData name="Matteo Meloni" userId="6c2ec46ef3c237f1" providerId="Windows Live" clId="Web-{2F323BA3-4F78-4A8C-BAF5-487C65549B18}" dt="2022-12-25T17:29:47.582" v="9"/>
          <ac:spMkLst>
            <pc:docMk/>
            <pc:sldMk cId="1464666480" sldId="263"/>
            <ac:spMk id="5" creationId="{36B20E34-23D9-F6AF-47C9-D93F67A24A39}"/>
          </ac:spMkLst>
        </pc:spChg>
        <pc:spChg chg="add mod">
          <ac:chgData name="Matteo Meloni" userId="6c2ec46ef3c237f1" providerId="Windows Live" clId="Web-{2F323BA3-4F78-4A8C-BAF5-487C65549B18}" dt="2022-12-25T17:36:21.445" v="76" actId="20577"/>
          <ac:spMkLst>
            <pc:docMk/>
            <pc:sldMk cId="1464666480" sldId="263"/>
            <ac:spMk id="6" creationId="{5578EB71-9ED8-10C1-A00F-0FF50652CD73}"/>
          </ac:spMkLst>
        </pc:spChg>
      </pc:sldChg>
      <pc:sldChg chg="modSp">
        <pc:chgData name="Matteo Meloni" userId="6c2ec46ef3c237f1" providerId="Windows Live" clId="Web-{2F323BA3-4F78-4A8C-BAF5-487C65549B18}" dt="2022-12-25T18:45:06.150" v="337" actId="20577"/>
        <pc:sldMkLst>
          <pc:docMk/>
          <pc:sldMk cId="526857693" sldId="281"/>
        </pc:sldMkLst>
        <pc:spChg chg="mod">
          <ac:chgData name="Matteo Meloni" userId="6c2ec46ef3c237f1" providerId="Windows Live" clId="Web-{2F323BA3-4F78-4A8C-BAF5-487C65549B18}" dt="2022-12-25T18:45:06.150" v="337" actId="20577"/>
          <ac:spMkLst>
            <pc:docMk/>
            <pc:sldMk cId="526857693" sldId="281"/>
            <ac:spMk id="3" creationId="{902FD5C4-FE5F-46D2-ABC9-49FA4BB8442F}"/>
          </ac:spMkLst>
        </pc:spChg>
      </pc:sldChg>
      <pc:sldChg chg="modSp">
        <pc:chgData name="Matteo Meloni" userId="6c2ec46ef3c237f1" providerId="Windows Live" clId="Web-{2F323BA3-4F78-4A8C-BAF5-487C65549B18}" dt="2022-12-25T18:03:02.039" v="168" actId="14100"/>
        <pc:sldMkLst>
          <pc:docMk/>
          <pc:sldMk cId="3661708941" sldId="282"/>
        </pc:sldMkLst>
        <pc:spChg chg="mod">
          <ac:chgData name="Matteo Meloni" userId="6c2ec46ef3c237f1" providerId="Windows Live" clId="Web-{2F323BA3-4F78-4A8C-BAF5-487C65549B18}" dt="2022-12-25T18:03:02.039" v="168" actId="14100"/>
          <ac:spMkLst>
            <pc:docMk/>
            <pc:sldMk cId="3661708941" sldId="282"/>
            <ac:spMk id="3" creationId="{902FD5C4-FE5F-46D2-ABC9-49FA4BB8442F}"/>
          </ac:spMkLst>
        </pc:spChg>
      </pc:sldChg>
      <pc:sldChg chg="addSp modSp">
        <pc:chgData name="Matteo Meloni" userId="6c2ec46ef3c237f1" providerId="Windows Live" clId="Web-{2F323BA3-4F78-4A8C-BAF5-487C65549B18}" dt="2022-12-25T18:04:59.374" v="186" actId="14100"/>
        <pc:sldMkLst>
          <pc:docMk/>
          <pc:sldMk cId="1902682723" sldId="289"/>
        </pc:sldMkLst>
        <pc:spChg chg="mod">
          <ac:chgData name="Matteo Meloni" userId="6c2ec46ef3c237f1" providerId="Windows Live" clId="Web-{2F323BA3-4F78-4A8C-BAF5-487C65549B18}" dt="2022-12-25T18:04:03.107" v="171" actId="20577"/>
          <ac:spMkLst>
            <pc:docMk/>
            <pc:sldMk cId="1902682723" sldId="289"/>
            <ac:spMk id="3" creationId="{1A884BF9-640E-2671-5091-D8F14F854DDC}"/>
          </ac:spMkLst>
        </pc:spChg>
        <pc:picChg chg="add mod">
          <ac:chgData name="Matteo Meloni" userId="6c2ec46ef3c237f1" providerId="Windows Live" clId="Web-{2F323BA3-4F78-4A8C-BAF5-487C65549B18}" dt="2022-12-25T18:04:55.014" v="185" actId="14100"/>
          <ac:picMkLst>
            <pc:docMk/>
            <pc:sldMk cId="1902682723" sldId="289"/>
            <ac:picMk id="4" creationId="{7B21D538-27EC-B767-C42E-D8F9D5461231}"/>
          </ac:picMkLst>
        </pc:picChg>
        <pc:picChg chg="add mod">
          <ac:chgData name="Matteo Meloni" userId="6c2ec46ef3c237f1" providerId="Windows Live" clId="Web-{2F323BA3-4F78-4A8C-BAF5-487C65549B18}" dt="2022-12-25T18:04:59.374" v="186" actId="14100"/>
          <ac:picMkLst>
            <pc:docMk/>
            <pc:sldMk cId="1902682723" sldId="289"/>
            <ac:picMk id="5" creationId="{C63CDF3F-178E-237F-9F69-B80B0137EA58}"/>
          </ac:picMkLst>
        </pc:picChg>
      </pc:sldChg>
      <pc:sldChg chg="modSp add del replId">
        <pc:chgData name="Matteo Meloni" userId="6c2ec46ef3c237f1" providerId="Windows Live" clId="Web-{2F323BA3-4F78-4A8C-BAF5-487C65549B18}" dt="2022-12-25T17:54:58.028" v="84"/>
        <pc:sldMkLst>
          <pc:docMk/>
          <pc:sldMk cId="2662439271" sldId="291"/>
        </pc:sldMkLst>
        <pc:spChg chg="mod">
          <ac:chgData name="Matteo Meloni" userId="6c2ec46ef3c237f1" providerId="Windows Live" clId="Web-{2F323BA3-4F78-4A8C-BAF5-487C65549B18}" dt="2022-12-25T17:54:26.043" v="79" actId="20577"/>
          <ac:spMkLst>
            <pc:docMk/>
            <pc:sldMk cId="2662439271" sldId="291"/>
            <ac:spMk id="6" creationId="{5578EB71-9ED8-10C1-A00F-0FF50652CD73}"/>
          </ac:spMkLst>
        </pc:spChg>
      </pc:sldChg>
      <pc:sldChg chg="addSp delSp modSp add replId">
        <pc:chgData name="Matteo Meloni" userId="6c2ec46ef3c237f1" providerId="Windows Live" clId="Web-{2F323BA3-4F78-4A8C-BAF5-487C65549B18}" dt="2022-12-25T18:01:01.989" v="161" actId="1076"/>
        <pc:sldMkLst>
          <pc:docMk/>
          <pc:sldMk cId="3716585100" sldId="292"/>
        </pc:sldMkLst>
        <pc:spChg chg="mod">
          <ac:chgData name="Matteo Meloni" userId="6c2ec46ef3c237f1" providerId="Windows Live" clId="Web-{2F323BA3-4F78-4A8C-BAF5-487C65549B18}" dt="2022-12-25T18:00:12.473" v="154" actId="20577"/>
          <ac:spMkLst>
            <pc:docMk/>
            <pc:sldMk cId="3716585100" sldId="292"/>
            <ac:spMk id="6" creationId="{5578EB71-9ED8-10C1-A00F-0FF50652CD73}"/>
          </ac:spMkLst>
        </pc:spChg>
        <pc:picChg chg="add del mod">
          <ac:chgData name="Matteo Meloni" userId="6c2ec46ef3c237f1" providerId="Windows Live" clId="Web-{2F323BA3-4F78-4A8C-BAF5-487C65549B18}" dt="2022-12-25T17:58:13.439" v="131"/>
          <ac:picMkLst>
            <pc:docMk/>
            <pc:sldMk cId="3716585100" sldId="292"/>
            <ac:picMk id="4" creationId="{DBD8F665-7290-1D5C-BD9F-25E7B4F7F58E}"/>
          </ac:picMkLst>
        </pc:picChg>
        <pc:picChg chg="add mod">
          <ac:chgData name="Matteo Meloni" userId="6c2ec46ef3c237f1" providerId="Windows Live" clId="Web-{2F323BA3-4F78-4A8C-BAF5-487C65549B18}" dt="2022-12-25T18:01:01.989" v="161" actId="1076"/>
          <ac:picMkLst>
            <pc:docMk/>
            <pc:sldMk cId="3716585100" sldId="292"/>
            <ac:picMk id="5" creationId="{E1259001-5402-74D0-8FC6-8F7E8ADD0027}"/>
          </ac:picMkLst>
        </pc:picChg>
      </pc:sldChg>
      <pc:sldChg chg="modSp add replId">
        <pc:chgData name="Matteo Meloni" userId="6c2ec46ef3c237f1" providerId="Windows Live" clId="Web-{2F323BA3-4F78-4A8C-BAF5-487C65549B18}" dt="2022-12-25T18:31:38.268" v="204" actId="20577"/>
        <pc:sldMkLst>
          <pc:docMk/>
          <pc:sldMk cId="2611739837" sldId="293"/>
        </pc:sldMkLst>
        <pc:spChg chg="mod">
          <ac:chgData name="Matteo Meloni" userId="6c2ec46ef3c237f1" providerId="Windows Live" clId="Web-{2F323BA3-4F78-4A8C-BAF5-487C65549B18}" dt="2022-12-25T18:10:09.318" v="189" actId="20577"/>
          <ac:spMkLst>
            <pc:docMk/>
            <pc:sldMk cId="2611739837" sldId="293"/>
            <ac:spMk id="2" creationId="{2873BEC0-94F5-4226-A9E7-51B66045EF49}"/>
          </ac:spMkLst>
        </pc:spChg>
        <pc:spChg chg="mod">
          <ac:chgData name="Matteo Meloni" userId="6c2ec46ef3c237f1" providerId="Windows Live" clId="Web-{2F323BA3-4F78-4A8C-BAF5-487C65549B18}" dt="2022-12-25T18:31:38.268" v="204" actId="20577"/>
          <ac:spMkLst>
            <pc:docMk/>
            <pc:sldMk cId="2611739837" sldId="293"/>
            <ac:spMk id="3" creationId="{902FD5C4-FE5F-46D2-ABC9-49FA4BB8442F}"/>
          </ac:spMkLst>
        </pc:spChg>
      </pc:sldChg>
      <pc:sldChg chg="addSp modSp add replId">
        <pc:chgData name="Matteo Meloni" userId="6c2ec46ef3c237f1" providerId="Windows Live" clId="Web-{2F323BA3-4F78-4A8C-BAF5-487C65549B18}" dt="2022-12-25T18:37:14.387" v="241" actId="1076"/>
        <pc:sldMkLst>
          <pc:docMk/>
          <pc:sldMk cId="1742675058" sldId="294"/>
        </pc:sldMkLst>
        <pc:spChg chg="mod">
          <ac:chgData name="Matteo Meloni" userId="6c2ec46ef3c237f1" providerId="Windows Live" clId="Web-{2F323BA3-4F78-4A8C-BAF5-487C65549B18}" dt="2022-12-25T18:33:23.615" v="222" actId="20577"/>
          <ac:spMkLst>
            <pc:docMk/>
            <pc:sldMk cId="1742675058" sldId="294"/>
            <ac:spMk id="2" creationId="{2873BEC0-94F5-4226-A9E7-51B66045EF49}"/>
          </ac:spMkLst>
        </pc:spChg>
        <pc:spChg chg="mod">
          <ac:chgData name="Matteo Meloni" userId="6c2ec46ef3c237f1" providerId="Windows Live" clId="Web-{2F323BA3-4F78-4A8C-BAF5-487C65549B18}" dt="2022-12-25T18:37:03.574" v="237" actId="20577"/>
          <ac:spMkLst>
            <pc:docMk/>
            <pc:sldMk cId="1742675058" sldId="294"/>
            <ac:spMk id="3" creationId="{902FD5C4-FE5F-46D2-ABC9-49FA4BB8442F}"/>
          </ac:spMkLst>
        </pc:spChg>
        <pc:picChg chg="add mod">
          <ac:chgData name="Matteo Meloni" userId="6c2ec46ef3c237f1" providerId="Windows Live" clId="Web-{2F323BA3-4F78-4A8C-BAF5-487C65549B18}" dt="2022-12-25T18:37:14.387" v="241" actId="1076"/>
          <ac:picMkLst>
            <pc:docMk/>
            <pc:sldMk cId="1742675058" sldId="294"/>
            <ac:picMk id="4" creationId="{C3683B4C-7A3C-028A-18FC-321DDFE6830B}"/>
          </ac:picMkLst>
        </pc:picChg>
      </pc:sldChg>
      <pc:sldChg chg="addSp delSp modSp add replId">
        <pc:chgData name="Matteo Meloni" userId="6c2ec46ef3c237f1" providerId="Windows Live" clId="Web-{2F323BA3-4F78-4A8C-BAF5-487C65549B18}" dt="2022-12-25T18:43:46.320" v="334" actId="20577"/>
        <pc:sldMkLst>
          <pc:docMk/>
          <pc:sldMk cId="4123811344" sldId="295"/>
        </pc:sldMkLst>
        <pc:spChg chg="mod">
          <ac:chgData name="Matteo Meloni" userId="6c2ec46ef3c237f1" providerId="Windows Live" clId="Web-{2F323BA3-4F78-4A8C-BAF5-487C65549B18}" dt="2022-12-25T18:40:09.673" v="271" actId="20577"/>
          <ac:spMkLst>
            <pc:docMk/>
            <pc:sldMk cId="4123811344" sldId="295"/>
            <ac:spMk id="2" creationId="{2873BEC0-94F5-4226-A9E7-51B66045EF49}"/>
          </ac:spMkLst>
        </pc:spChg>
        <pc:spChg chg="mod">
          <ac:chgData name="Matteo Meloni" userId="6c2ec46ef3c237f1" providerId="Windows Live" clId="Web-{2F323BA3-4F78-4A8C-BAF5-487C65549B18}" dt="2022-12-25T18:43:46.320" v="334" actId="20577"/>
          <ac:spMkLst>
            <pc:docMk/>
            <pc:sldMk cId="4123811344" sldId="295"/>
            <ac:spMk id="3" creationId="{902FD5C4-FE5F-46D2-ABC9-49FA4BB8442F}"/>
          </ac:spMkLst>
        </pc:spChg>
        <pc:picChg chg="del">
          <ac:chgData name="Matteo Meloni" userId="6c2ec46ef3c237f1" providerId="Windows Live" clId="Web-{2F323BA3-4F78-4A8C-BAF5-487C65549B18}" dt="2022-12-25T18:40:11.189" v="272"/>
          <ac:picMkLst>
            <pc:docMk/>
            <pc:sldMk cId="4123811344" sldId="295"/>
            <ac:picMk id="4" creationId="{C3683B4C-7A3C-028A-18FC-321DDFE6830B}"/>
          </ac:picMkLst>
        </pc:picChg>
        <pc:picChg chg="add mod">
          <ac:chgData name="Matteo Meloni" userId="6c2ec46ef3c237f1" providerId="Windows Live" clId="Web-{2F323BA3-4F78-4A8C-BAF5-487C65549B18}" dt="2022-12-25T18:42:41.646" v="326" actId="1076"/>
          <ac:picMkLst>
            <pc:docMk/>
            <pc:sldMk cId="4123811344" sldId="295"/>
            <ac:picMk id="5" creationId="{25E5AE6E-0DC4-D77A-B7C3-5EBD936B1432}"/>
          </ac:picMkLst>
        </pc:picChg>
      </pc:sldChg>
      <pc:sldChg chg="addSp delSp modSp add replId">
        <pc:chgData name="Matteo Meloni" userId="6c2ec46ef3c237f1" providerId="Windows Live" clId="Web-{2F323BA3-4F78-4A8C-BAF5-487C65549B18}" dt="2022-12-25T18:49:13.956" v="366" actId="1076"/>
        <pc:sldMkLst>
          <pc:docMk/>
          <pc:sldMk cId="1180668537" sldId="296"/>
        </pc:sldMkLst>
        <pc:spChg chg="mod">
          <ac:chgData name="Matteo Meloni" userId="6c2ec46ef3c237f1" providerId="Windows Live" clId="Web-{2F323BA3-4F78-4A8C-BAF5-487C65549B18}" dt="2022-12-25T18:46:56.359" v="352" actId="20577"/>
          <ac:spMkLst>
            <pc:docMk/>
            <pc:sldMk cId="1180668537" sldId="296"/>
            <ac:spMk id="2" creationId="{2873BEC0-94F5-4226-A9E7-51B66045EF49}"/>
          </ac:spMkLst>
        </pc:spChg>
        <pc:spChg chg="mod">
          <ac:chgData name="Matteo Meloni" userId="6c2ec46ef3c237f1" providerId="Windows Live" clId="Web-{2F323BA3-4F78-4A8C-BAF5-487C65549B18}" dt="2022-12-25T18:48:50.096" v="358" actId="20577"/>
          <ac:spMkLst>
            <pc:docMk/>
            <pc:sldMk cId="1180668537" sldId="296"/>
            <ac:spMk id="3" creationId="{902FD5C4-FE5F-46D2-ABC9-49FA4BB8442F}"/>
          </ac:spMkLst>
        </pc:spChg>
        <pc:picChg chg="del">
          <ac:chgData name="Matteo Meloni" userId="6c2ec46ef3c237f1" providerId="Windows Live" clId="Web-{2F323BA3-4F78-4A8C-BAF5-487C65549B18}" dt="2022-12-25T18:46:57.500" v="353"/>
          <ac:picMkLst>
            <pc:docMk/>
            <pc:sldMk cId="1180668537" sldId="296"/>
            <ac:picMk id="4" creationId="{C3683B4C-7A3C-028A-18FC-321DDFE6830B}"/>
          </ac:picMkLst>
        </pc:picChg>
        <pc:picChg chg="add mod">
          <ac:chgData name="Matteo Meloni" userId="6c2ec46ef3c237f1" providerId="Windows Live" clId="Web-{2F323BA3-4F78-4A8C-BAF5-487C65549B18}" dt="2022-12-25T18:49:13.956" v="366" actId="1076"/>
          <ac:picMkLst>
            <pc:docMk/>
            <pc:sldMk cId="1180668537" sldId="296"/>
            <ac:picMk id="5" creationId="{899E8D10-C63C-B77B-C87E-DF51B16E8561}"/>
          </ac:picMkLst>
        </pc:picChg>
      </pc:sldChg>
      <pc:sldChg chg="addSp delSp modSp add replId">
        <pc:chgData name="Matteo Meloni" userId="6c2ec46ef3c237f1" providerId="Windows Live" clId="Web-{2F323BA3-4F78-4A8C-BAF5-487C65549B18}" dt="2022-12-25T19:01:08.771" v="413" actId="20577"/>
        <pc:sldMkLst>
          <pc:docMk/>
          <pc:sldMk cId="4126236555" sldId="297"/>
        </pc:sldMkLst>
        <pc:spChg chg="mod">
          <ac:chgData name="Matteo Meloni" userId="6c2ec46ef3c237f1" providerId="Windows Live" clId="Web-{2F323BA3-4F78-4A8C-BAF5-487C65549B18}" dt="2022-12-25T18:56:09.501" v="379" actId="20577"/>
          <ac:spMkLst>
            <pc:docMk/>
            <pc:sldMk cId="4126236555" sldId="297"/>
            <ac:spMk id="2" creationId="{2873BEC0-94F5-4226-A9E7-51B66045EF49}"/>
          </ac:spMkLst>
        </pc:spChg>
        <pc:spChg chg="mod">
          <ac:chgData name="Matteo Meloni" userId="6c2ec46ef3c237f1" providerId="Windows Live" clId="Web-{2F323BA3-4F78-4A8C-BAF5-487C65549B18}" dt="2022-12-25T19:01:08.771" v="413" actId="20577"/>
          <ac:spMkLst>
            <pc:docMk/>
            <pc:sldMk cId="4126236555" sldId="297"/>
            <ac:spMk id="3" creationId="{902FD5C4-FE5F-46D2-ABC9-49FA4BB8442F}"/>
          </ac:spMkLst>
        </pc:spChg>
        <pc:picChg chg="del">
          <ac:chgData name="Matteo Meloni" userId="6c2ec46ef3c237f1" providerId="Windows Live" clId="Web-{2F323BA3-4F78-4A8C-BAF5-487C65549B18}" dt="2022-12-25T18:56:10.267" v="380"/>
          <ac:picMkLst>
            <pc:docMk/>
            <pc:sldMk cId="4126236555" sldId="297"/>
            <ac:picMk id="4" creationId="{C3683B4C-7A3C-028A-18FC-321DDFE6830B}"/>
          </ac:picMkLst>
        </pc:picChg>
        <pc:picChg chg="add mod">
          <ac:chgData name="Matteo Meloni" userId="6c2ec46ef3c237f1" providerId="Windows Live" clId="Web-{2F323BA3-4F78-4A8C-BAF5-487C65549B18}" dt="2022-12-25T18:58:37.421" v="397" actId="1076"/>
          <ac:picMkLst>
            <pc:docMk/>
            <pc:sldMk cId="4126236555" sldId="297"/>
            <ac:picMk id="5" creationId="{CF9EE901-8233-8346-F6AA-66A81A101D40}"/>
          </ac:picMkLst>
        </pc:picChg>
        <pc:picChg chg="add mod">
          <ac:chgData name="Matteo Meloni" userId="6c2ec46ef3c237f1" providerId="Windows Live" clId="Web-{2F323BA3-4F78-4A8C-BAF5-487C65549B18}" dt="2022-12-25T18:59:57.581" v="411" actId="1076"/>
          <ac:picMkLst>
            <pc:docMk/>
            <pc:sldMk cId="4126236555" sldId="297"/>
            <ac:picMk id="6" creationId="{157A1771-CB07-385E-76E4-E510E39A3B28}"/>
          </ac:picMkLst>
        </pc:picChg>
      </pc:sldChg>
      <pc:sldChg chg="addSp delSp modSp add replId">
        <pc:chgData name="Matteo Meloni" userId="6c2ec46ef3c237f1" providerId="Windows Live" clId="Web-{2F323BA3-4F78-4A8C-BAF5-487C65549B18}" dt="2022-12-25T19:06:33.502" v="446" actId="14100"/>
        <pc:sldMkLst>
          <pc:docMk/>
          <pc:sldMk cId="1236553116" sldId="298"/>
        </pc:sldMkLst>
        <pc:spChg chg="mod">
          <ac:chgData name="Matteo Meloni" userId="6c2ec46ef3c237f1" providerId="Windows Live" clId="Web-{2F323BA3-4F78-4A8C-BAF5-487C65549B18}" dt="2022-12-25T19:05:02.125" v="425" actId="20577"/>
          <ac:spMkLst>
            <pc:docMk/>
            <pc:sldMk cId="1236553116" sldId="298"/>
            <ac:spMk id="2" creationId="{2873BEC0-94F5-4226-A9E7-51B66045EF49}"/>
          </ac:spMkLst>
        </pc:spChg>
        <pc:spChg chg="mod">
          <ac:chgData name="Matteo Meloni" userId="6c2ec46ef3c237f1" providerId="Windows Live" clId="Web-{2F323BA3-4F78-4A8C-BAF5-487C65549B18}" dt="2022-12-25T19:06:04.877" v="437" actId="20577"/>
          <ac:spMkLst>
            <pc:docMk/>
            <pc:sldMk cId="1236553116" sldId="298"/>
            <ac:spMk id="3" creationId="{902FD5C4-FE5F-46D2-ABC9-49FA4BB8442F}"/>
          </ac:spMkLst>
        </pc:spChg>
        <pc:picChg chg="add mod">
          <ac:chgData name="Matteo Meloni" userId="6c2ec46ef3c237f1" providerId="Windows Live" clId="Web-{2F323BA3-4F78-4A8C-BAF5-487C65549B18}" dt="2022-12-25T19:06:33.502" v="446" actId="14100"/>
          <ac:picMkLst>
            <pc:docMk/>
            <pc:sldMk cId="1236553116" sldId="298"/>
            <ac:picMk id="4" creationId="{DFCAD951-8EC0-B4E2-4A04-7429A7789253}"/>
          </ac:picMkLst>
        </pc:picChg>
        <pc:picChg chg="del">
          <ac:chgData name="Matteo Meloni" userId="6c2ec46ef3c237f1" providerId="Windows Live" clId="Web-{2F323BA3-4F78-4A8C-BAF5-487C65549B18}" dt="2022-12-25T19:05:04.437" v="427"/>
          <ac:picMkLst>
            <pc:docMk/>
            <pc:sldMk cId="1236553116" sldId="298"/>
            <ac:picMk id="5" creationId="{CF9EE901-8233-8346-F6AA-66A81A101D40}"/>
          </ac:picMkLst>
        </pc:picChg>
        <pc:picChg chg="del">
          <ac:chgData name="Matteo Meloni" userId="6c2ec46ef3c237f1" providerId="Windows Live" clId="Web-{2F323BA3-4F78-4A8C-BAF5-487C65549B18}" dt="2022-12-25T19:05:03.969" v="426"/>
          <ac:picMkLst>
            <pc:docMk/>
            <pc:sldMk cId="1236553116" sldId="298"/>
            <ac:picMk id="6" creationId="{157A1771-CB07-385E-76E4-E510E39A3B28}"/>
          </ac:picMkLst>
        </pc:picChg>
      </pc:sldChg>
      <pc:sldChg chg="new del">
        <pc:chgData name="Matteo Meloni" userId="6c2ec46ef3c237f1" providerId="Windows Live" clId="Web-{2F323BA3-4F78-4A8C-BAF5-487C65549B18}" dt="2022-12-25T19:12:50.638" v="448"/>
        <pc:sldMkLst>
          <pc:docMk/>
          <pc:sldMk cId="1916537587" sldId="299"/>
        </pc:sldMkLst>
      </pc:sldChg>
      <pc:sldChg chg="delSp modSp add replId">
        <pc:chgData name="Matteo Meloni" userId="6c2ec46ef3c237f1" providerId="Windows Live" clId="Web-{2F323BA3-4F78-4A8C-BAF5-487C65549B18}" dt="2022-12-25T19:13:08.419" v="465" actId="20577"/>
        <pc:sldMkLst>
          <pc:docMk/>
          <pc:sldMk cId="3226535668" sldId="299"/>
        </pc:sldMkLst>
        <pc:spChg chg="mod">
          <ac:chgData name="Matteo Meloni" userId="6c2ec46ef3c237f1" providerId="Windows Live" clId="Web-{2F323BA3-4F78-4A8C-BAF5-487C65549B18}" dt="2022-12-25T19:13:03.263" v="463" actId="20577"/>
          <ac:spMkLst>
            <pc:docMk/>
            <pc:sldMk cId="3226535668" sldId="299"/>
            <ac:spMk id="2" creationId="{2873BEC0-94F5-4226-A9E7-51B66045EF49}"/>
          </ac:spMkLst>
        </pc:spChg>
        <pc:spChg chg="mod">
          <ac:chgData name="Matteo Meloni" userId="6c2ec46ef3c237f1" providerId="Windows Live" clId="Web-{2F323BA3-4F78-4A8C-BAF5-487C65549B18}" dt="2022-12-25T19:13:08.419" v="465" actId="20577"/>
          <ac:spMkLst>
            <pc:docMk/>
            <pc:sldMk cId="3226535668" sldId="299"/>
            <ac:spMk id="3" creationId="{902FD5C4-FE5F-46D2-ABC9-49FA4BB8442F}"/>
          </ac:spMkLst>
        </pc:spChg>
        <pc:picChg chg="del">
          <ac:chgData name="Matteo Meloni" userId="6c2ec46ef3c237f1" providerId="Windows Live" clId="Web-{2F323BA3-4F78-4A8C-BAF5-487C65549B18}" dt="2022-12-25T19:13:05.669" v="464"/>
          <ac:picMkLst>
            <pc:docMk/>
            <pc:sldMk cId="3226535668" sldId="299"/>
            <ac:picMk id="4" creationId="{DFCAD951-8EC0-B4E2-4A04-7429A7789253}"/>
          </ac:picMkLst>
        </pc:picChg>
      </pc:sldChg>
      <pc:sldChg chg="addSp delSp modSp add replId">
        <pc:chgData name="Matteo Meloni" userId="6c2ec46ef3c237f1" providerId="Windows Live" clId="Web-{2F323BA3-4F78-4A8C-BAF5-487C65549B18}" dt="2022-12-25T19:14:42.906" v="488" actId="20577"/>
        <pc:sldMkLst>
          <pc:docMk/>
          <pc:sldMk cId="1181809303" sldId="300"/>
        </pc:sldMkLst>
        <pc:spChg chg="mod">
          <ac:chgData name="Matteo Meloni" userId="6c2ec46ef3c237f1" providerId="Windows Live" clId="Web-{2F323BA3-4F78-4A8C-BAF5-487C65549B18}" dt="2022-12-25T19:13:24.029" v="469" actId="20577"/>
          <ac:spMkLst>
            <pc:docMk/>
            <pc:sldMk cId="1181809303" sldId="300"/>
            <ac:spMk id="2" creationId="{2873BEC0-94F5-4226-A9E7-51B66045EF49}"/>
          </ac:spMkLst>
        </pc:spChg>
        <pc:spChg chg="mod">
          <ac:chgData name="Matteo Meloni" userId="6c2ec46ef3c237f1" providerId="Windows Live" clId="Web-{2F323BA3-4F78-4A8C-BAF5-487C65549B18}" dt="2022-12-25T19:14:42.906" v="488" actId="20577"/>
          <ac:spMkLst>
            <pc:docMk/>
            <pc:sldMk cId="1181809303" sldId="300"/>
            <ac:spMk id="3" creationId="{902FD5C4-FE5F-46D2-ABC9-49FA4BB8442F}"/>
          </ac:spMkLst>
        </pc:spChg>
        <pc:picChg chg="del">
          <ac:chgData name="Matteo Meloni" userId="6c2ec46ef3c237f1" providerId="Windows Live" clId="Web-{2F323BA3-4F78-4A8C-BAF5-487C65549B18}" dt="2022-12-25T19:13:25.764" v="470"/>
          <ac:picMkLst>
            <pc:docMk/>
            <pc:sldMk cId="1181809303" sldId="300"/>
            <ac:picMk id="4" creationId="{DFCAD951-8EC0-B4E2-4A04-7429A7789253}"/>
          </ac:picMkLst>
        </pc:picChg>
        <pc:picChg chg="add mod">
          <ac:chgData name="Matteo Meloni" userId="6c2ec46ef3c237f1" providerId="Windows Live" clId="Web-{2F323BA3-4F78-4A8C-BAF5-487C65549B18}" dt="2022-12-25T19:14:27.703" v="486" actId="1076"/>
          <ac:picMkLst>
            <pc:docMk/>
            <pc:sldMk cId="1181809303" sldId="300"/>
            <ac:picMk id="5" creationId="{4F6FAE36-BD3E-9EB5-C6B6-3B8F4327034A}"/>
          </ac:picMkLst>
        </pc:picChg>
      </pc:sldChg>
      <pc:sldChg chg="addSp delSp modSp add replId">
        <pc:chgData name="Matteo Meloni" userId="6c2ec46ef3c237f1" providerId="Windows Live" clId="Web-{2F323BA3-4F78-4A8C-BAF5-487C65549B18}" dt="2022-12-25T19:16:53.511" v="513" actId="1076"/>
        <pc:sldMkLst>
          <pc:docMk/>
          <pc:sldMk cId="4082805599" sldId="301"/>
        </pc:sldMkLst>
        <pc:spChg chg="mod">
          <ac:chgData name="Matteo Meloni" userId="6c2ec46ef3c237f1" providerId="Windows Live" clId="Web-{2F323BA3-4F78-4A8C-BAF5-487C65549B18}" dt="2022-12-25T19:15:34.142" v="495" actId="20577"/>
          <ac:spMkLst>
            <pc:docMk/>
            <pc:sldMk cId="4082805599" sldId="301"/>
            <ac:spMk id="2" creationId="{2873BEC0-94F5-4226-A9E7-51B66045EF49}"/>
          </ac:spMkLst>
        </pc:spChg>
        <pc:spChg chg="mod">
          <ac:chgData name="Matteo Meloni" userId="6c2ec46ef3c237f1" providerId="Windows Live" clId="Web-{2F323BA3-4F78-4A8C-BAF5-487C65549B18}" dt="2022-12-25T19:16:36.089" v="506" actId="20577"/>
          <ac:spMkLst>
            <pc:docMk/>
            <pc:sldMk cId="4082805599" sldId="301"/>
            <ac:spMk id="3" creationId="{902FD5C4-FE5F-46D2-ABC9-49FA4BB8442F}"/>
          </ac:spMkLst>
        </pc:spChg>
        <pc:picChg chg="del">
          <ac:chgData name="Matteo Meloni" userId="6c2ec46ef3c237f1" providerId="Windows Live" clId="Web-{2F323BA3-4F78-4A8C-BAF5-487C65549B18}" dt="2022-12-25T19:15:43.642" v="499"/>
          <ac:picMkLst>
            <pc:docMk/>
            <pc:sldMk cId="4082805599" sldId="301"/>
            <ac:picMk id="4" creationId="{C3683B4C-7A3C-028A-18FC-321DDFE6830B}"/>
          </ac:picMkLst>
        </pc:picChg>
        <pc:picChg chg="add mod">
          <ac:chgData name="Matteo Meloni" userId="6c2ec46ef3c237f1" providerId="Windows Live" clId="Web-{2F323BA3-4F78-4A8C-BAF5-487C65549B18}" dt="2022-12-25T19:16:53.511" v="513" actId="1076"/>
          <ac:picMkLst>
            <pc:docMk/>
            <pc:sldMk cId="4082805599" sldId="301"/>
            <ac:picMk id="5" creationId="{8C1C9BF0-406A-A7E5-DD83-4F3F8391DCD1}"/>
          </ac:picMkLst>
        </pc:picChg>
      </pc:sldChg>
      <pc:sldChg chg="addSp delSp modSp add replId">
        <pc:chgData name="Matteo Meloni" userId="6c2ec46ef3c237f1" providerId="Windows Live" clId="Web-{2F323BA3-4F78-4A8C-BAF5-487C65549B18}" dt="2022-12-25T19:21:14.010" v="572" actId="1076"/>
        <pc:sldMkLst>
          <pc:docMk/>
          <pc:sldMk cId="2003160330" sldId="302"/>
        </pc:sldMkLst>
        <pc:spChg chg="mod">
          <ac:chgData name="Matteo Meloni" userId="6c2ec46ef3c237f1" providerId="Windows Live" clId="Web-{2F323BA3-4F78-4A8C-BAF5-487C65549B18}" dt="2022-12-25T19:17:46.661" v="518" actId="20577"/>
          <ac:spMkLst>
            <pc:docMk/>
            <pc:sldMk cId="2003160330" sldId="302"/>
            <ac:spMk id="2" creationId="{2873BEC0-94F5-4226-A9E7-51B66045EF49}"/>
          </ac:spMkLst>
        </pc:spChg>
        <pc:spChg chg="mod">
          <ac:chgData name="Matteo Meloni" userId="6c2ec46ef3c237f1" providerId="Windows Live" clId="Web-{2F323BA3-4F78-4A8C-BAF5-487C65549B18}" dt="2022-12-25T19:19:40.195" v="564" actId="20577"/>
          <ac:spMkLst>
            <pc:docMk/>
            <pc:sldMk cId="2003160330" sldId="302"/>
            <ac:spMk id="3" creationId="{902FD5C4-FE5F-46D2-ABC9-49FA4BB8442F}"/>
          </ac:spMkLst>
        </pc:spChg>
        <pc:picChg chg="add mod">
          <ac:chgData name="Matteo Meloni" userId="6c2ec46ef3c237f1" providerId="Windows Live" clId="Web-{2F323BA3-4F78-4A8C-BAF5-487C65549B18}" dt="2022-12-25T19:21:14.010" v="572" actId="1076"/>
          <ac:picMkLst>
            <pc:docMk/>
            <pc:sldMk cId="2003160330" sldId="302"/>
            <ac:picMk id="4" creationId="{BD56BF8E-2E96-4AE8-3F9D-A5C486BFA740}"/>
          </ac:picMkLst>
        </pc:picChg>
        <pc:picChg chg="del">
          <ac:chgData name="Matteo Meloni" userId="6c2ec46ef3c237f1" providerId="Windows Live" clId="Web-{2F323BA3-4F78-4A8C-BAF5-487C65549B18}" dt="2022-12-25T19:17:50.911" v="522"/>
          <ac:picMkLst>
            <pc:docMk/>
            <pc:sldMk cId="2003160330" sldId="302"/>
            <ac:picMk id="5" creationId="{4F6FAE36-BD3E-9EB5-C6B6-3B8F4327034A}"/>
          </ac:picMkLst>
        </pc:picChg>
      </pc:sldChg>
    </pc:docChg>
  </pc:docChgLst>
  <pc:docChgLst>
    <pc:chgData name="Matteo Meloni" userId="6c2ec46ef3c237f1" providerId="Windows Live" clId="Web-{80E80567-9151-47B8-A86B-C24C082011F5}"/>
    <pc:docChg chg="modSld">
      <pc:chgData name="Matteo Meloni" userId="6c2ec46ef3c237f1" providerId="Windows Live" clId="Web-{80E80567-9151-47B8-A86B-C24C082011F5}" dt="2022-12-18T17:30:47.808" v="6" actId="20577"/>
      <pc:docMkLst>
        <pc:docMk/>
      </pc:docMkLst>
      <pc:sldChg chg="modSp">
        <pc:chgData name="Matteo Meloni" userId="6c2ec46ef3c237f1" providerId="Windows Live" clId="Web-{80E80567-9151-47B8-A86B-C24C082011F5}" dt="2022-12-18T17:30:47.808" v="6" actId="20577"/>
        <pc:sldMkLst>
          <pc:docMk/>
          <pc:sldMk cId="710623681" sldId="261"/>
        </pc:sldMkLst>
        <pc:spChg chg="mod">
          <ac:chgData name="Matteo Meloni" userId="6c2ec46ef3c237f1" providerId="Windows Live" clId="Web-{80E80567-9151-47B8-A86B-C24C082011F5}" dt="2022-12-18T17:30:47.808" v="6" actId="20577"/>
          <ac:spMkLst>
            <pc:docMk/>
            <pc:sldMk cId="710623681" sldId="261"/>
            <ac:spMk id="5" creationId="{DC710A13-9821-054D-8648-FB592F1CDDDF}"/>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1:52.13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1,'4'0,"1"0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1:52.48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1:55.17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1:55.51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1:55.8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1:56.2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1:56.53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1:58.34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0:28.782"/>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3862 105,'-1271'0,"1156"-5,-24-7,-86-4,-555 14,398 3,346-3,0-2,1-1,-1-2,-10-4,-70-13,-19 12,0 6,-61 8,66 0,86 2,44-4,0 0,0 0,0 0,-1 0,1 0,0 0,0 0,0 1,0-1,-1 0,1 0,0 0,0 0,0 0,0 0,-1 0,1 0,0 0,0 1,0-1,0 0,0 0,0 0,0 0,-1 0,1 1,0-1,0 0,0 0,0 0,0 0,0 1,0-1,0 0,0 0,0 0,0 1,0-1,0 0,0 0,0 0,0 0,0 1,0-1,0 0,0 0,0 0,0 0,1 1,-1-1,0 0,20 10,43 10,61 11,-29-8,63 10,2-7,83 0,-79-10,0 7,60 20,-165-29,0-2,1-3,1-3,53-2,1709-7,-1834 2,-1-1,1 0,0 0,0-1,0-1,-36-8,-207-29,-83 4,242 22,66 9,0 1,-1 2,-2 1,-72 2,54 2,0-3,-42-6,52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0:30.59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0:30.92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0:31.55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0:31.88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0:57.24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14,'0'-6,"0"-2</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33.1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34.04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34.71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14 0,'-6'0,"-1"0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36.6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37.36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38.90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39.43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40.4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11.42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33.45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36.95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37.44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0,'5'0,"3"0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38.50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56.85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74 0,'0'6,"0"7,-6 2,-7-2,-14-3,-1-3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4:38.52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0,'5'0,"3"0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37:51.257"/>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44.35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45.19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45.76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46.2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2:53.8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0,'11'0,"10"0,1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01.42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01.87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02.26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02.6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28T23:03:03.9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3443951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3</a:t>
            </a:fld>
            <a:endParaRPr lang="en-US"/>
          </a:p>
        </p:txBody>
      </p:sp>
    </p:spTree>
    <p:extLst>
      <p:ext uri="{BB962C8B-B14F-4D97-AF65-F5344CB8AC3E}">
        <p14:creationId xmlns:p14="http://schemas.microsoft.com/office/powerpoint/2010/main" val="1612312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4.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Master" Target="../slideMasters/slideMaster1.xml"/><Relationship Id="rId6" Type="http://schemas.openxmlformats.org/officeDocument/2006/relationships/customXml" Target="../ink/ink3.xml"/><Relationship Id="rId11" Type="http://schemas.openxmlformats.org/officeDocument/2006/relationships/customXml" Target="../ink/ink8.xml"/><Relationship Id="rId5" Type="http://schemas.openxmlformats.org/officeDocument/2006/relationships/image" Target="../media/image5.png"/><Relationship Id="rId10" Type="http://schemas.openxmlformats.org/officeDocument/2006/relationships/customXml" Target="../ink/ink7.xml"/><Relationship Id="rId4" Type="http://schemas.openxmlformats.org/officeDocument/2006/relationships/customXml" Target="../ink/ink2.xml"/><Relationship Id="rId9" Type="http://schemas.openxmlformats.org/officeDocument/2006/relationships/customXml" Target="../ink/ink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1168401"/>
            <a:ext cx="6431280" cy="2387600"/>
          </a:xfr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t>Click to edit Master title style</a:t>
            </a:r>
          </a:p>
        </p:txBody>
      </p:sp>
      <p:sp>
        <p:nvSpPr>
          <p:cNvPr id="3" name="Subtitle 2"/>
          <p:cNvSpPr>
            <a:spLocks noGrp="1"/>
          </p:cNvSpPr>
          <p:nvPr>
            <p:ph type="subTitle" idx="1"/>
          </p:nvPr>
        </p:nvSpPr>
        <p:spPr>
          <a:xfrm>
            <a:off x="2880360" y="3731247"/>
            <a:ext cx="6431280" cy="1655762"/>
          </a:xfrm>
        </p:spPr>
        <p:txBody>
          <a:bodyPr/>
          <a:lstStyle>
            <a:lvl1pPr marL="0" indent="0" algn="ctr">
              <a:buNone/>
              <a:defRPr sz="2400" b="1">
                <a:solidFill>
                  <a:srgbClr val="00B0F0"/>
                </a:solidFill>
                <a:latin typeface="IBM Plex Mono Text" panose="020B05090502030002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dirty="0">
                <a:latin typeface="Helv"/>
              </a:rPr>
              <a:t>© IBM Corporation. All rights reserved.</a:t>
            </a:r>
          </a:p>
        </p:txBody>
      </p:sp>
    </p:spTree>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8200" y="1690688"/>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p:cNvCxnSpPr/>
          <p:nvPr/>
        </p:nvCxnSpPr>
        <p:spPr>
          <a:xfrm>
            <a:off x="838200" y="1296645"/>
            <a:ext cx="10515600" cy="36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702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344850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p:nvPr/>
        </p:nvCxnSpPr>
        <p:spPr>
          <a:xfrm>
            <a:off x="838200" y="1364249"/>
            <a:ext cx="10515600" cy="368"/>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7F3045DE-3AB7-4E3E-A391-4F9107A8F8C9}"/>
                  </a:ext>
                </a:extLst>
              </p14:cNvPr>
              <p14:cNvContentPartPr/>
              <p14:nvPr userDrawn="1"/>
            </p14:nvContentPartPr>
            <p14:xfrm>
              <a:off x="1837276" y="6444633"/>
              <a:ext cx="3960" cy="360"/>
            </p14:xfrm>
          </p:contentPart>
        </mc:Choice>
        <mc:Fallback xmlns="">
          <p:pic>
            <p:nvPicPr>
              <p:cNvPr id="5" name="Ink 4">
                <a:extLst>
                  <a:ext uri="{FF2B5EF4-FFF2-40B4-BE49-F238E27FC236}">
                    <a16:creationId xmlns:a16="http://schemas.microsoft.com/office/drawing/2014/main" id="{7F3045DE-3AB7-4E3E-A391-4F9107A8F8C9}"/>
                  </a:ext>
                </a:extLst>
              </p:cNvPr>
              <p:cNvPicPr/>
              <p:nvPr/>
            </p:nvPicPr>
            <p:blipFill>
              <a:blip r:embed="rId3"/>
              <a:stretch>
                <a:fillRect/>
              </a:stretch>
            </p:blipFill>
            <p:spPr>
              <a:xfrm>
                <a:off x="1747636" y="6264993"/>
                <a:ext cx="1836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B64BE9BD-96C6-496B-8F87-BF8B5FE6878E}"/>
                  </a:ext>
                </a:extLst>
              </p14:cNvPr>
              <p14:cNvContentPartPr/>
              <p14:nvPr userDrawn="1"/>
            </p14:nvContentPartPr>
            <p14:xfrm>
              <a:off x="1846276" y="6435993"/>
              <a:ext cx="360" cy="360"/>
            </p14:xfrm>
          </p:contentPart>
        </mc:Choice>
        <mc:Fallback xmlns="">
          <p:pic>
            <p:nvPicPr>
              <p:cNvPr id="6" name="Ink 5">
                <a:extLst>
                  <a:ext uri="{FF2B5EF4-FFF2-40B4-BE49-F238E27FC236}">
                    <a16:creationId xmlns:a16="http://schemas.microsoft.com/office/drawing/2014/main" id="{B64BE9BD-96C6-496B-8F87-BF8B5FE6878E}"/>
                  </a:ext>
                </a:extLst>
              </p:cNvPr>
              <p:cNvPicPr/>
              <p:nvPr/>
            </p:nvPicPr>
            <p:blipFill>
              <a:blip r:embed="rId5"/>
              <a:stretch>
                <a:fillRect/>
              </a:stretch>
            </p:blipFill>
            <p:spPr>
              <a:xfrm>
                <a:off x="1756276" y="6255993"/>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5547CB02-1206-4981-BA1F-98056CC7D0F6}"/>
                  </a:ext>
                </a:extLst>
              </p14:cNvPr>
              <p14:cNvContentPartPr/>
              <p14:nvPr userDrawn="1"/>
            </p14:nvContentPartPr>
            <p14:xfrm>
              <a:off x="1846276" y="6462633"/>
              <a:ext cx="360" cy="360"/>
            </p14:xfrm>
          </p:contentPart>
        </mc:Choice>
        <mc:Fallback xmlns="">
          <p:pic>
            <p:nvPicPr>
              <p:cNvPr id="7" name="Ink 6">
                <a:extLst>
                  <a:ext uri="{FF2B5EF4-FFF2-40B4-BE49-F238E27FC236}">
                    <a16:creationId xmlns:a16="http://schemas.microsoft.com/office/drawing/2014/main" id="{5547CB02-1206-4981-BA1F-98056CC7D0F6}"/>
                  </a:ext>
                </a:extLst>
              </p:cNvPr>
              <p:cNvPicPr/>
              <p:nvPr/>
            </p:nvPicPr>
            <p:blipFill>
              <a:blip r:embed="rId5"/>
              <a:stretch>
                <a:fillRect/>
              </a:stretch>
            </p:blipFill>
            <p:spPr>
              <a:xfrm>
                <a:off x="1756276" y="6282993"/>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0AC9549-295A-481F-BAC1-D217607B1470}"/>
                  </a:ext>
                </a:extLst>
              </p14:cNvPr>
              <p14:cNvContentPartPr/>
              <p14:nvPr userDrawn="1"/>
            </p14:nvContentPartPr>
            <p14:xfrm>
              <a:off x="1846276" y="6462633"/>
              <a:ext cx="360" cy="360"/>
            </p14:xfrm>
          </p:contentPart>
        </mc:Choice>
        <mc:Fallback xmlns="">
          <p:pic>
            <p:nvPicPr>
              <p:cNvPr id="9" name="Ink 8">
                <a:extLst>
                  <a:ext uri="{FF2B5EF4-FFF2-40B4-BE49-F238E27FC236}">
                    <a16:creationId xmlns:a16="http://schemas.microsoft.com/office/drawing/2014/main" id="{00AC9549-295A-481F-BAC1-D217607B1470}"/>
                  </a:ext>
                </a:extLst>
              </p:cNvPr>
              <p:cNvPicPr/>
              <p:nvPr/>
            </p:nvPicPr>
            <p:blipFill>
              <a:blip r:embed="rId5"/>
              <a:stretch>
                <a:fillRect/>
              </a:stretch>
            </p:blipFill>
            <p:spPr>
              <a:xfrm>
                <a:off x="1756276" y="6282993"/>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582B34FC-FED6-4B35-B336-2C001BF70FEA}"/>
                  </a:ext>
                </a:extLst>
              </p14:cNvPr>
              <p14:cNvContentPartPr/>
              <p14:nvPr userDrawn="1"/>
            </p14:nvContentPartPr>
            <p14:xfrm>
              <a:off x="1846276" y="6462633"/>
              <a:ext cx="360" cy="360"/>
            </p14:xfrm>
          </p:contentPart>
        </mc:Choice>
        <mc:Fallback xmlns="">
          <p:pic>
            <p:nvPicPr>
              <p:cNvPr id="10" name="Ink 9">
                <a:extLst>
                  <a:ext uri="{FF2B5EF4-FFF2-40B4-BE49-F238E27FC236}">
                    <a16:creationId xmlns:a16="http://schemas.microsoft.com/office/drawing/2014/main" id="{582B34FC-FED6-4B35-B336-2C001BF70FEA}"/>
                  </a:ext>
                </a:extLst>
              </p:cNvPr>
              <p:cNvPicPr/>
              <p:nvPr/>
            </p:nvPicPr>
            <p:blipFill>
              <a:blip r:embed="rId5"/>
              <a:stretch>
                <a:fillRect/>
              </a:stretch>
            </p:blipFill>
            <p:spPr>
              <a:xfrm>
                <a:off x="1756276" y="6282993"/>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E937588D-ADB8-4462-B727-CA3C34F68C66}"/>
                  </a:ext>
                </a:extLst>
              </p14:cNvPr>
              <p14:cNvContentPartPr/>
              <p14:nvPr userDrawn="1"/>
            </p14:nvContentPartPr>
            <p14:xfrm>
              <a:off x="1846276" y="6462633"/>
              <a:ext cx="360" cy="360"/>
            </p14:xfrm>
          </p:contentPart>
        </mc:Choice>
        <mc:Fallback xmlns="">
          <p:pic>
            <p:nvPicPr>
              <p:cNvPr id="11" name="Ink 10">
                <a:extLst>
                  <a:ext uri="{FF2B5EF4-FFF2-40B4-BE49-F238E27FC236}">
                    <a16:creationId xmlns:a16="http://schemas.microsoft.com/office/drawing/2014/main" id="{E937588D-ADB8-4462-B727-CA3C34F68C66}"/>
                  </a:ext>
                </a:extLst>
              </p:cNvPr>
              <p:cNvPicPr/>
              <p:nvPr/>
            </p:nvPicPr>
            <p:blipFill>
              <a:blip r:embed="rId5"/>
              <a:stretch>
                <a:fillRect/>
              </a:stretch>
            </p:blipFill>
            <p:spPr>
              <a:xfrm>
                <a:off x="1756276" y="6282993"/>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30649580-583C-4B6A-9755-80D062662B47}"/>
                  </a:ext>
                </a:extLst>
              </p14:cNvPr>
              <p14:cNvContentPartPr/>
              <p14:nvPr userDrawn="1"/>
            </p14:nvContentPartPr>
            <p14:xfrm>
              <a:off x="1846276" y="6462633"/>
              <a:ext cx="360" cy="360"/>
            </p14:xfrm>
          </p:contentPart>
        </mc:Choice>
        <mc:Fallback xmlns="">
          <p:pic>
            <p:nvPicPr>
              <p:cNvPr id="12" name="Ink 11">
                <a:extLst>
                  <a:ext uri="{FF2B5EF4-FFF2-40B4-BE49-F238E27FC236}">
                    <a16:creationId xmlns:a16="http://schemas.microsoft.com/office/drawing/2014/main" id="{30649580-583C-4B6A-9755-80D062662B47}"/>
                  </a:ext>
                </a:extLst>
              </p:cNvPr>
              <p:cNvPicPr/>
              <p:nvPr/>
            </p:nvPicPr>
            <p:blipFill>
              <a:blip r:embed="rId5"/>
              <a:stretch>
                <a:fillRect/>
              </a:stretch>
            </p:blipFill>
            <p:spPr>
              <a:xfrm>
                <a:off x="1756276" y="6282993"/>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C563E662-A115-4BA9-A520-DAB1F8FFDBA4}"/>
                  </a:ext>
                </a:extLst>
              </p14:cNvPr>
              <p14:cNvContentPartPr/>
              <p14:nvPr userDrawn="1"/>
            </p14:nvContentPartPr>
            <p14:xfrm>
              <a:off x="-222284" y="4536273"/>
              <a:ext cx="360" cy="360"/>
            </p14:xfrm>
          </p:contentPart>
        </mc:Choice>
        <mc:Fallback xmlns="">
          <p:pic>
            <p:nvPicPr>
              <p:cNvPr id="13" name="Ink 12">
                <a:extLst>
                  <a:ext uri="{FF2B5EF4-FFF2-40B4-BE49-F238E27FC236}">
                    <a16:creationId xmlns:a16="http://schemas.microsoft.com/office/drawing/2014/main" id="{C563E662-A115-4BA9-A520-DAB1F8FFDBA4}"/>
                  </a:ext>
                </a:extLst>
              </p:cNvPr>
              <p:cNvPicPr/>
              <p:nvPr/>
            </p:nvPicPr>
            <p:blipFill>
              <a:blip r:embed="rId5"/>
              <a:stretch>
                <a:fillRect/>
              </a:stretch>
            </p:blipFill>
            <p:spPr>
              <a:xfrm>
                <a:off x="-312284" y="4356633"/>
                <a:ext cx="180000" cy="360000"/>
              </a:xfrm>
              <a:prstGeom prst="rect">
                <a:avLst/>
              </a:prstGeom>
            </p:spPr>
          </p:pic>
        </mc:Fallback>
      </mc:AlternateContent>
    </p:spTree>
    <p:extLst>
      <p:ext uri="{BB962C8B-B14F-4D97-AF65-F5344CB8AC3E}">
        <p14:creationId xmlns:p14="http://schemas.microsoft.com/office/powerpoint/2010/main" val="2871343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735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3464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t>Click to edit Master title style</a:t>
            </a:r>
          </a:p>
        </p:txBody>
      </p:sp>
      <p:pic>
        <p:nvPicPr>
          <p:cNvPr id="6" name="Picture 5">
            <a:extLst>
              <a:ext uri="{FF2B5EF4-FFF2-40B4-BE49-F238E27FC236}">
                <a16:creationId xmlns:a16="http://schemas.microsoft.com/office/drawing/2014/main" id="{50C0E56E-6DF9-1A4A-B8B3-5CCE0E34EE69}"/>
              </a:ext>
            </a:extLst>
          </p:cNvPr>
          <p:cNvPicPr>
            <a:picLocks noChangeAspect="1"/>
          </p:cNvPicPr>
          <p:nvPr userDrawn="1"/>
        </p:nvPicPr>
        <p:blipFill>
          <a:blip r:embed="rId2"/>
          <a:stretch>
            <a:fillRect/>
          </a:stretch>
        </p:blipFill>
        <p:spPr>
          <a:xfrm>
            <a:off x="340139" y="6371623"/>
            <a:ext cx="2456070" cy="378964"/>
          </a:xfrm>
          <a:prstGeom prst="rect">
            <a:avLst/>
          </a:prstGeom>
        </p:spPr>
      </p:pic>
      <p:pic>
        <p:nvPicPr>
          <p:cNvPr id="7" name="Picture 6">
            <a:extLst>
              <a:ext uri="{FF2B5EF4-FFF2-40B4-BE49-F238E27FC236}">
                <a16:creationId xmlns:a16="http://schemas.microsoft.com/office/drawing/2014/main" id="{11F93DCE-FA02-D440-9E07-8488A5BEFD87}"/>
              </a:ext>
            </a:extLst>
          </p:cNvPr>
          <p:cNvPicPr>
            <a:picLocks noChangeAspect="1"/>
          </p:cNvPicPr>
          <p:nvPr userDrawn="1"/>
        </p:nvPicPr>
        <p:blipFill>
          <a:blip r:embed="rId3"/>
          <a:stretch>
            <a:fillRect/>
          </a:stretch>
        </p:blipFill>
        <p:spPr>
          <a:xfrm>
            <a:off x="8475870" y="6371623"/>
            <a:ext cx="3375991" cy="397761"/>
          </a:xfrm>
          <a:prstGeom prst="rect">
            <a:avLst/>
          </a:prstGeom>
        </p:spPr>
      </p:pic>
    </p:spTree>
    <p:extLst>
      <p:ext uri="{BB962C8B-B14F-4D97-AF65-F5344CB8AC3E}">
        <p14:creationId xmlns:p14="http://schemas.microsoft.com/office/powerpoint/2010/main" val="1173270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CFCBCB-1D32-9741-B77A-1BFE02DB6010}"/>
              </a:ext>
            </a:extLst>
          </p:cNvPr>
          <p:cNvPicPr>
            <a:picLocks noChangeAspect="1"/>
          </p:cNvPicPr>
          <p:nvPr userDrawn="1"/>
        </p:nvPicPr>
        <p:blipFill>
          <a:blip r:embed="rId2"/>
          <a:stretch>
            <a:fillRect/>
          </a:stretch>
        </p:blipFill>
        <p:spPr>
          <a:xfrm>
            <a:off x="340139" y="6371623"/>
            <a:ext cx="2456070" cy="378964"/>
          </a:xfrm>
          <a:prstGeom prst="rect">
            <a:avLst/>
          </a:prstGeom>
        </p:spPr>
      </p:pic>
      <p:pic>
        <p:nvPicPr>
          <p:cNvPr id="6" name="Picture 5">
            <a:extLst>
              <a:ext uri="{FF2B5EF4-FFF2-40B4-BE49-F238E27FC236}">
                <a16:creationId xmlns:a16="http://schemas.microsoft.com/office/drawing/2014/main" id="{8506E48A-1141-0A4A-92F9-E51452A18046}"/>
              </a:ext>
            </a:extLst>
          </p:cNvPr>
          <p:cNvPicPr>
            <a:picLocks noChangeAspect="1"/>
          </p:cNvPicPr>
          <p:nvPr userDrawn="1"/>
        </p:nvPicPr>
        <p:blipFill>
          <a:blip r:embed="rId3"/>
          <a:stretch>
            <a:fillRect/>
          </a:stretch>
        </p:blipFill>
        <p:spPr>
          <a:xfrm>
            <a:off x="8475870" y="6371623"/>
            <a:ext cx="3375991" cy="397761"/>
          </a:xfrm>
          <a:prstGeom prst="rect">
            <a:avLst/>
          </a:prstGeom>
        </p:spPr>
      </p:pic>
    </p:spTree>
    <p:extLst>
      <p:ext uri="{BB962C8B-B14F-4D97-AF65-F5344CB8AC3E}">
        <p14:creationId xmlns:p14="http://schemas.microsoft.com/office/powerpoint/2010/main" val="239609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atin typeface="IBM Plex Mono SemiBold" panose="020B0709050203000203" pitchFamily="49" charset="0"/>
              </a:defRPr>
            </a:lvl1pPr>
            <a:lvl2pPr>
              <a:defRPr sz="2800">
                <a:latin typeface="IBM Plex Mono Text" panose="020B0509050203000203" pitchFamily="49" charset="0"/>
              </a:defRPr>
            </a:lvl2pPr>
            <a:lvl3pPr>
              <a:defRPr sz="2400">
                <a:latin typeface="IBM Plex Mono Text" panose="020B0509050203000203" pitchFamily="49" charset="0"/>
              </a:defRPr>
            </a:lvl3pPr>
            <a:lvl4pPr>
              <a:defRPr sz="2000">
                <a:latin typeface="IBM Plex Mono Text" panose="020B0509050203000203" pitchFamily="49" charset="0"/>
              </a:defRPr>
            </a:lvl4pPr>
            <a:lvl5pPr>
              <a:defRPr sz="2000">
                <a:latin typeface="IBM Plex Mono Text" panose="020B0509050203000203" pitchFamily="49"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IBM Plex Mono Text" panose="020B0509050203000203" pitchFamily="49"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186066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IBM Plex Mono SemiBold" panose="020B0709050203000203" pitchFamily="49" charset="0"/>
              </a:defRPr>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IBM Plex Mono Text" panose="020B0509050203000203" pitchFamily="49"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39268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IBM Plex Mono SemiBold" panose="020B0709050203000203" pitchFamily="49"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IBM Plex Mono Text" panose="020B0509050203000203" pitchFamily="49" charset="0"/>
              </a:defRPr>
            </a:lvl1pPr>
            <a:lvl2pPr>
              <a:defRPr>
                <a:latin typeface="IBM Plex Mono Text" panose="020B0509050203000203" pitchFamily="49" charset="0"/>
              </a:defRPr>
            </a:lvl2pPr>
            <a:lvl3pPr>
              <a:defRPr>
                <a:latin typeface="IBM Plex Mono Text" panose="020B0509050203000203" pitchFamily="49" charset="0"/>
              </a:defRPr>
            </a:lvl3pPr>
            <a:lvl4pPr>
              <a:defRPr>
                <a:latin typeface="IBM Plex Mono Text" panose="020B0509050203000203" pitchFamily="49" charset="0"/>
              </a:defRPr>
            </a:lvl4pPr>
            <a:lvl5pPr>
              <a:defRPr>
                <a:latin typeface="IBM Plex Mono Text" panose="020B0509050203000203"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4706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5687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tif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tif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20C61547-18BE-8345-B662-68E923DBE5F1}"/>
              </a:ext>
            </a:extLst>
          </p:cNvPr>
          <p:cNvPicPr>
            <a:picLocks noChangeAspect="1"/>
          </p:cNvPicPr>
          <p:nvPr userDrawn="1"/>
        </p:nvPicPr>
        <p:blipFill>
          <a:blip r:embed="rId15"/>
          <a:stretch>
            <a:fillRect/>
          </a:stretch>
        </p:blipFill>
        <p:spPr>
          <a:xfrm>
            <a:off x="340139" y="6371623"/>
            <a:ext cx="2456070" cy="378964"/>
          </a:xfrm>
          <a:prstGeom prst="rect">
            <a:avLst/>
          </a:prstGeom>
        </p:spPr>
      </p:pic>
      <p:pic>
        <p:nvPicPr>
          <p:cNvPr id="8" name="Picture 7">
            <a:extLst>
              <a:ext uri="{FF2B5EF4-FFF2-40B4-BE49-F238E27FC236}">
                <a16:creationId xmlns:a16="http://schemas.microsoft.com/office/drawing/2014/main" id="{A58A02AB-648A-1143-A78D-9F86334C2B64}"/>
              </a:ext>
            </a:extLst>
          </p:cNvPr>
          <p:cNvPicPr>
            <a:picLocks noChangeAspect="1"/>
          </p:cNvPicPr>
          <p:nvPr userDrawn="1"/>
        </p:nvPicPr>
        <p:blipFill>
          <a:blip r:embed="rId16"/>
          <a:stretch>
            <a:fillRect/>
          </a:stretch>
        </p:blipFill>
        <p:spPr>
          <a:xfrm>
            <a:off x="8475870" y="6371623"/>
            <a:ext cx="3375991" cy="397761"/>
          </a:xfrm>
          <a:prstGeom prst="rect">
            <a:avLst/>
          </a:prstGeom>
        </p:spPr>
      </p:pic>
      <p:pic>
        <p:nvPicPr>
          <p:cNvPr id="4" name="Picture 3">
            <a:extLst>
              <a:ext uri="{FF2B5EF4-FFF2-40B4-BE49-F238E27FC236}">
                <a16:creationId xmlns:a16="http://schemas.microsoft.com/office/drawing/2014/main" id="{4A2884DB-FE2D-4B0A-B81D-5D9FAF9C5FA4}"/>
              </a:ext>
            </a:extLst>
          </p:cNvPr>
          <p:cNvPicPr>
            <a:picLocks noChangeAspect="1"/>
          </p:cNvPicPr>
          <p:nvPr userDrawn="1"/>
        </p:nvPicPr>
        <p:blipFill>
          <a:blip r:embed="rId17">
            <a:alphaModFix amt="3000"/>
            <a:extLst>
              <a:ext uri="{28A0092B-C50C-407E-A947-70E740481C1C}">
                <a14:useLocalDpi xmlns:a14="http://schemas.microsoft.com/office/drawing/2010/main" val="0"/>
              </a:ext>
            </a:extLst>
          </a:blip>
          <a:stretch>
            <a:fillRect/>
          </a:stretch>
        </p:blipFill>
        <p:spPr>
          <a:xfrm>
            <a:off x="1066800" y="861346"/>
            <a:ext cx="10058400" cy="5699759"/>
          </a:xfrm>
          <a:prstGeom prst="rect">
            <a:avLst/>
          </a:prstGeom>
        </p:spPr>
      </p:pic>
    </p:spTree>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8" Type="http://schemas.openxmlformats.org/officeDocument/2006/relationships/image" Target="../media/image5.png"/><Relationship Id="rId26" Type="http://schemas.openxmlformats.org/officeDocument/2006/relationships/customXml" Target="../ink/ink22.xml"/><Relationship Id="rId3" Type="http://schemas.openxmlformats.org/officeDocument/2006/relationships/image" Target="../media/image4.jpeg"/><Relationship Id="rId21" Type="http://schemas.openxmlformats.org/officeDocument/2006/relationships/image" Target="../media/image4.png"/><Relationship Id="rId34" Type="http://schemas.openxmlformats.org/officeDocument/2006/relationships/customXml" Target="../ink/ink29.xml"/><Relationship Id="rId7" Type="http://schemas.openxmlformats.org/officeDocument/2006/relationships/customXml" Target="../ink/ink10.xml"/><Relationship Id="rId12" Type="http://schemas.openxmlformats.org/officeDocument/2006/relationships/customXml" Target="../ink/ink14.xml"/><Relationship Id="rId17" Type="http://schemas.openxmlformats.org/officeDocument/2006/relationships/customXml" Target="../ink/ink15.xml"/><Relationship Id="rId25" Type="http://schemas.openxmlformats.org/officeDocument/2006/relationships/customXml" Target="../ink/ink21.xml"/><Relationship Id="rId33" Type="http://schemas.openxmlformats.org/officeDocument/2006/relationships/image" Target="../media/image12.png"/><Relationship Id="rId2" Type="http://schemas.openxmlformats.org/officeDocument/2006/relationships/notesSlide" Target="../notesSlides/notesSlide1.xml"/><Relationship Id="rId16" Type="http://schemas.openxmlformats.org/officeDocument/2006/relationships/image" Target="../media/image11.png"/><Relationship Id="rId20" Type="http://schemas.openxmlformats.org/officeDocument/2006/relationships/customXml" Target="../ink/ink17.xml"/><Relationship Id="rId29" Type="http://schemas.openxmlformats.org/officeDocument/2006/relationships/customXml" Target="../ink/ink25.xml"/><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customXml" Target="../ink/ink13.xml"/><Relationship Id="rId24" Type="http://schemas.openxmlformats.org/officeDocument/2006/relationships/customXml" Target="../ink/ink20.xml"/><Relationship Id="rId32" Type="http://schemas.openxmlformats.org/officeDocument/2006/relationships/customXml" Target="../ink/ink28.xml"/><Relationship Id="rId23" Type="http://schemas.openxmlformats.org/officeDocument/2006/relationships/customXml" Target="../ink/ink19.xml"/><Relationship Id="rId28" Type="http://schemas.openxmlformats.org/officeDocument/2006/relationships/customXml" Target="../ink/ink24.xml"/><Relationship Id="rId36" Type="http://schemas.openxmlformats.org/officeDocument/2006/relationships/image" Target="../media/image7.png"/><Relationship Id="rId10" Type="http://schemas.openxmlformats.org/officeDocument/2006/relationships/customXml" Target="../ink/ink12.xml"/><Relationship Id="rId19" Type="http://schemas.openxmlformats.org/officeDocument/2006/relationships/customXml" Target="../ink/ink16.xml"/><Relationship Id="rId31" Type="http://schemas.openxmlformats.org/officeDocument/2006/relationships/customXml" Target="../ink/ink27.xml"/><Relationship Id="rId4" Type="http://schemas.openxmlformats.org/officeDocument/2006/relationships/customXml" Target="../ink/ink9.xml"/><Relationship Id="rId9" Type="http://schemas.openxmlformats.org/officeDocument/2006/relationships/customXml" Target="../ink/ink11.xml"/><Relationship Id="rId22" Type="http://schemas.openxmlformats.org/officeDocument/2006/relationships/customXml" Target="../ink/ink18.xml"/><Relationship Id="rId27" Type="http://schemas.openxmlformats.org/officeDocument/2006/relationships/customXml" Target="../ink/ink23.xml"/><Relationship Id="rId30" Type="http://schemas.openxmlformats.org/officeDocument/2006/relationships/customXml" Target="../ink/ink26.xml"/><Relationship Id="rId35" Type="http://schemas.openxmlformats.org/officeDocument/2006/relationships/customXml" Target="../ink/ink30.xml"/></Relationships>
</file>

<file path=ppt/slides/_rels/slide2.xml.rels><?xml version="1.0" encoding="UTF-8" standalone="yes"?>
<Relationships xmlns="http://schemas.openxmlformats.org/package/2006/relationships"><Relationship Id="rId8" Type="http://schemas.openxmlformats.org/officeDocument/2006/relationships/customXml" Target="../ink/ink32.xml"/><Relationship Id="rId13" Type="http://schemas.openxmlformats.org/officeDocument/2006/relationships/image" Target="../media/image18.png"/><Relationship Id="rId18" Type="http://schemas.openxmlformats.org/officeDocument/2006/relationships/customXml" Target="../ink/ink40.xml"/><Relationship Id="rId7" Type="http://schemas.openxmlformats.org/officeDocument/2006/relationships/image" Target="../media/image5.png"/><Relationship Id="rId12" Type="http://schemas.openxmlformats.org/officeDocument/2006/relationships/customXml" Target="../ink/ink35.xml"/><Relationship Id="rId17" Type="http://schemas.openxmlformats.org/officeDocument/2006/relationships/customXml" Target="../ink/ink39.xml"/><Relationship Id="rId2" Type="http://schemas.openxmlformats.org/officeDocument/2006/relationships/customXml" Target="../ink/ink31.xml"/><Relationship Id="rId16" Type="http://schemas.openxmlformats.org/officeDocument/2006/relationships/customXml" Target="../ink/ink38.xml"/><Relationship Id="rId1" Type="http://schemas.openxmlformats.org/officeDocument/2006/relationships/slideLayout" Target="../slideLayouts/slideLayout4.xml"/><Relationship Id="rId11" Type="http://schemas.openxmlformats.org/officeDocument/2006/relationships/image" Target="../media/image17.png"/><Relationship Id="rId15" Type="http://schemas.openxmlformats.org/officeDocument/2006/relationships/customXml" Target="../ink/ink37.xml"/><Relationship Id="rId10" Type="http://schemas.openxmlformats.org/officeDocument/2006/relationships/customXml" Target="../ink/ink34.xml"/><Relationship Id="rId19" Type="http://schemas.openxmlformats.org/officeDocument/2006/relationships/image" Target="../media/image5.jpeg"/><Relationship Id="rId9" Type="http://schemas.openxmlformats.org/officeDocument/2006/relationships/customXml" Target="../ink/ink33.xml"/><Relationship Id="rId14" Type="http://schemas.openxmlformats.org/officeDocument/2006/relationships/customXml" Target="../ink/ink3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MatteoMel1985/Applied-Data-Science-Capstone/blob/main/Hands-on%20Lab%20Complete%20the%20Data%20Collection%20API%20Lab.ipynb"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MatteoMel1985/Applied-Data-Science-Capstone/blob/main/jupyter-labs-webscraping.ipynb"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MatteoMel1985/Applied-Data-Science-Capstone/blob/main/Data%20Wrangling%20Overview.ipynb"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MatteoMel1985/Applied-Data-Science-Capstone/blob/main/Complete%20the%20EDA%20with%20SQL.ipynb" TargetMode="Externa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MatteoMel1985/Applied-Data-Science-Capstone/blob/main/IBM-DS0321EN-SkillsNetwork_labs_module_2_jupyter-labs-eda-dataviz.ipynb.jupyterlite(1).ipynb"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MatteoMel1985/Applied-Data-Science-Capstone/blob/main/IBM-DS0321EN-SkillsNetwork_labs_module_3_lab_jupyter_launch_site_location.jupyterlite.ipynb" TargetMode="Externa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MatteoMel1985/Applied-Data-Science-Capstone/blob/main/IBM-DS0321EN-SkillsNetwork_labs_module_4_SpaceX_Machine_Learning_Prediction_Part_5.jupyterlite.ipynb"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973FE-1F8B-4DED-8DC0-71E987678976}"/>
              </a:ext>
            </a:extLst>
          </p:cNvPr>
          <p:cNvSpPr>
            <a:spLocks noGrp="1"/>
          </p:cNvSpPr>
          <p:nvPr>
            <p:ph type="title"/>
          </p:nvPr>
        </p:nvSpPr>
        <p:spPr>
          <a:xfrm>
            <a:off x="-170170" y="1456093"/>
            <a:ext cx="6266170" cy="1762163"/>
          </a:xfrm>
        </p:spPr>
        <p:txBody>
          <a:bodyPr anchor="ctr">
            <a:normAutofit fontScale="90000"/>
          </a:bodyPr>
          <a:lstStyle/>
          <a:p>
            <a:pPr algn="ctr"/>
            <a:r>
              <a:rPr sz="3600" b="1" i="1" dirty="0">
                <a:solidFill>
                  <a:srgbClr val="FF0000"/>
                </a:solidFill>
                <a:latin typeface="IBM Plex Mono Text"/>
              </a:rPr>
              <a:t>Saving Private Rockets with Data Science</a:t>
            </a:r>
            <a:br>
              <a:rPr lang="en-US" sz="3600" b="1" i="1" dirty="0">
                <a:solidFill>
                  <a:srgbClr val="FF0000"/>
                </a:solidFill>
                <a:latin typeface="IBM Plex Mono Text"/>
              </a:rPr>
            </a:br>
            <a:br>
              <a:rPr lang="en-US" sz="3600" b="1" i="1" dirty="0">
                <a:solidFill>
                  <a:srgbClr val="FF0000"/>
                </a:solidFill>
                <a:latin typeface="IBM Plex Mono Text"/>
              </a:rPr>
            </a:br>
            <a:r>
              <a:rPr lang="en-GB" sz="1800" dirty="0">
                <a:solidFill>
                  <a:srgbClr val="FF0000"/>
                </a:solidFill>
              </a:rPr>
              <a:t>Predicting SpaceX Falcon 9 Landing Success Using Machine Learning</a:t>
            </a:r>
            <a:endParaRPr lang="en-US" sz="1800" i="1" dirty="0">
              <a:solidFill>
                <a:srgbClr val="FF0000"/>
              </a:solidFill>
              <a:latin typeface="IBM Plex Mono Text"/>
            </a:endParaRPr>
          </a:p>
        </p:txBody>
      </p:sp>
      <p:sp>
        <p:nvSpPr>
          <p:cNvPr id="3" name="Subtitle 2">
            <a:extLst>
              <a:ext uri="{FF2B5EF4-FFF2-40B4-BE49-F238E27FC236}">
                <a16:creationId xmlns:a16="http://schemas.microsoft.com/office/drawing/2014/main" id="{93383873-F31C-4E31-B4BA-B40D502705CE}"/>
              </a:ext>
            </a:extLst>
          </p:cNvPr>
          <p:cNvSpPr>
            <a:spLocks noGrp="1"/>
          </p:cNvSpPr>
          <p:nvPr>
            <p:ph sz="half" idx="2"/>
          </p:nvPr>
        </p:nvSpPr>
        <p:spPr>
          <a:xfrm>
            <a:off x="6777592" y="1491531"/>
            <a:ext cx="5412636" cy="2466329"/>
          </a:xfrm>
        </p:spPr>
        <p:txBody>
          <a:bodyPr vert="horz" lIns="91440" tIns="45720" rIns="91440" bIns="45720" rtlCol="0" anchor="t">
            <a:normAutofit/>
          </a:bodyPr>
          <a:lstStyle/>
          <a:p>
            <a:pPr marL="0" indent="0" algn="ctr">
              <a:buNone/>
            </a:pPr>
            <a:r>
              <a:rPr lang="en-US" b="1" i="1" dirty="0">
                <a:solidFill>
                  <a:srgbClr val="FF0000"/>
                </a:solidFill>
                <a:latin typeface="IBM Plex Mono Text"/>
              </a:rPr>
              <a:t>Matteo Meloni</a:t>
            </a:r>
            <a:endParaRPr lang="en-US" dirty="0"/>
          </a:p>
          <a:p>
            <a:pPr marL="0" indent="0" algn="ctr">
              <a:buNone/>
            </a:pPr>
            <a:r>
              <a:rPr lang="en-US" b="1" i="1" dirty="0">
                <a:solidFill>
                  <a:srgbClr val="FF0000"/>
                </a:solidFill>
                <a:latin typeface="IBM Plex Mono Text"/>
              </a:rPr>
              <a:t>2022/12/1</a:t>
            </a:r>
            <a:r>
              <a:rPr lang="en-US" b="1" dirty="0">
                <a:solidFill>
                  <a:srgbClr val="FF0000"/>
                </a:solidFill>
                <a:latin typeface="IBM Plex Mono Text"/>
              </a:rPr>
              <a:t>8</a:t>
            </a:r>
            <a:endParaRPr lang="en-US" dirty="0"/>
          </a:p>
          <a:p>
            <a:pPr marL="0" indent="0">
              <a:buNone/>
            </a:pPr>
            <a:br>
              <a:rPr lang="en-US" dirty="0">
                <a:latin typeface="IBM Plex Mono Text"/>
              </a:rPr>
            </a:br>
            <a:endParaRPr lang="en-US" dirty="0">
              <a:latin typeface="IBM Plex Mono Text"/>
            </a:endParaRPr>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BB9E41AB-16C2-481D-B8C5-779DDB04601D}"/>
                  </a:ext>
                </a:extLst>
              </p14:cNvPr>
              <p14:cNvContentPartPr/>
              <p14:nvPr/>
            </p14:nvContentPartPr>
            <p14:xfrm>
              <a:off x="1388880" y="6545472"/>
              <a:ext cx="1390320" cy="112320"/>
            </p14:xfrm>
          </p:contentPart>
        </mc:Choice>
        <mc:Fallback xmlns="">
          <p:pic>
            <p:nvPicPr>
              <p:cNvPr id="6" name="Ink 5">
                <a:extLst>
                  <a:ext uri="{FF2B5EF4-FFF2-40B4-BE49-F238E27FC236}">
                    <a16:creationId xmlns:a16="http://schemas.microsoft.com/office/drawing/2014/main" id="{BB9E41AB-16C2-481D-B8C5-779DDB04601D}"/>
                  </a:ext>
                </a:extLst>
              </p:cNvPr>
              <p:cNvPicPr/>
              <p:nvPr/>
            </p:nvPicPr>
            <p:blipFill>
              <a:blip r:embed="rId6"/>
              <a:stretch>
                <a:fillRect/>
              </a:stretch>
            </p:blipFill>
            <p:spPr>
              <a:xfrm>
                <a:off x="1335240" y="6437472"/>
                <a:ext cx="149796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90DC8B94-332B-48F1-BD44-5D8DC140F977}"/>
                  </a:ext>
                </a:extLst>
              </p14:cNvPr>
              <p14:cNvContentPartPr/>
              <p14:nvPr/>
            </p14:nvContentPartPr>
            <p14:xfrm>
              <a:off x="2218680" y="6595872"/>
              <a:ext cx="360" cy="360"/>
            </p14:xfrm>
          </p:contentPart>
        </mc:Choice>
        <mc:Fallback xmlns="">
          <p:pic>
            <p:nvPicPr>
              <p:cNvPr id="7" name="Ink 6">
                <a:extLst>
                  <a:ext uri="{FF2B5EF4-FFF2-40B4-BE49-F238E27FC236}">
                    <a16:creationId xmlns:a16="http://schemas.microsoft.com/office/drawing/2014/main" id="{90DC8B94-332B-48F1-BD44-5D8DC140F977}"/>
                  </a:ext>
                </a:extLst>
              </p:cNvPr>
              <p:cNvPicPr/>
              <p:nvPr/>
            </p:nvPicPr>
            <p:blipFill>
              <a:blip r:embed="rId8"/>
              <a:stretch>
                <a:fillRect/>
              </a:stretch>
            </p:blipFill>
            <p:spPr>
              <a:xfrm>
                <a:off x="2164680" y="6487872"/>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E975E1FA-D9DC-4E9B-96CB-AF4B208FDD0D}"/>
                  </a:ext>
                </a:extLst>
              </p14:cNvPr>
              <p14:cNvContentPartPr/>
              <p14:nvPr/>
            </p14:nvContentPartPr>
            <p14:xfrm>
              <a:off x="2169720" y="6582912"/>
              <a:ext cx="360" cy="360"/>
            </p14:xfrm>
          </p:contentPart>
        </mc:Choice>
        <mc:Fallback xmlns="">
          <p:pic>
            <p:nvPicPr>
              <p:cNvPr id="8" name="Ink 7">
                <a:extLst>
                  <a:ext uri="{FF2B5EF4-FFF2-40B4-BE49-F238E27FC236}">
                    <a16:creationId xmlns:a16="http://schemas.microsoft.com/office/drawing/2014/main" id="{E975E1FA-D9DC-4E9B-96CB-AF4B208FDD0D}"/>
                  </a:ext>
                </a:extLst>
              </p:cNvPr>
              <p:cNvPicPr/>
              <p:nvPr/>
            </p:nvPicPr>
            <p:blipFill>
              <a:blip r:embed="rId8"/>
              <a:stretch>
                <a:fillRect/>
              </a:stretch>
            </p:blipFill>
            <p:spPr>
              <a:xfrm>
                <a:off x="2115720" y="6475272"/>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454E5C77-5960-45F2-A8F4-437BBCEB11F6}"/>
                  </a:ext>
                </a:extLst>
              </p14:cNvPr>
              <p14:cNvContentPartPr/>
              <p14:nvPr/>
            </p14:nvContentPartPr>
            <p14:xfrm>
              <a:off x="2169720" y="6582912"/>
              <a:ext cx="360" cy="360"/>
            </p14:xfrm>
          </p:contentPart>
        </mc:Choice>
        <mc:Fallback xmlns="">
          <p:pic>
            <p:nvPicPr>
              <p:cNvPr id="9" name="Ink 8">
                <a:extLst>
                  <a:ext uri="{FF2B5EF4-FFF2-40B4-BE49-F238E27FC236}">
                    <a16:creationId xmlns:a16="http://schemas.microsoft.com/office/drawing/2014/main" id="{454E5C77-5960-45F2-A8F4-437BBCEB11F6}"/>
                  </a:ext>
                </a:extLst>
              </p:cNvPr>
              <p:cNvPicPr/>
              <p:nvPr/>
            </p:nvPicPr>
            <p:blipFill>
              <a:blip r:embed="rId8"/>
              <a:stretch>
                <a:fillRect/>
              </a:stretch>
            </p:blipFill>
            <p:spPr>
              <a:xfrm>
                <a:off x="2115720" y="6475272"/>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0599CA86-0AA4-43B0-9BD8-C408990EDF1F}"/>
                  </a:ext>
                </a:extLst>
              </p14:cNvPr>
              <p14:cNvContentPartPr/>
              <p14:nvPr/>
            </p14:nvContentPartPr>
            <p14:xfrm>
              <a:off x="2169720" y="6582912"/>
              <a:ext cx="360" cy="360"/>
            </p14:xfrm>
          </p:contentPart>
        </mc:Choice>
        <mc:Fallback xmlns="">
          <p:pic>
            <p:nvPicPr>
              <p:cNvPr id="10" name="Ink 9">
                <a:extLst>
                  <a:ext uri="{FF2B5EF4-FFF2-40B4-BE49-F238E27FC236}">
                    <a16:creationId xmlns:a16="http://schemas.microsoft.com/office/drawing/2014/main" id="{0599CA86-0AA4-43B0-9BD8-C408990EDF1F}"/>
                  </a:ext>
                </a:extLst>
              </p:cNvPr>
              <p:cNvPicPr/>
              <p:nvPr/>
            </p:nvPicPr>
            <p:blipFill>
              <a:blip r:embed="rId8"/>
              <a:stretch>
                <a:fillRect/>
              </a:stretch>
            </p:blipFill>
            <p:spPr>
              <a:xfrm>
                <a:off x="2115720" y="6475272"/>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F01B0B0D-23C0-406D-81B1-53560BEA6080}"/>
                  </a:ext>
                </a:extLst>
              </p14:cNvPr>
              <p14:cNvContentPartPr/>
              <p14:nvPr/>
            </p14:nvContentPartPr>
            <p14:xfrm>
              <a:off x="-1512000" y="5066496"/>
              <a:ext cx="360" cy="5040"/>
            </p14:xfrm>
          </p:contentPart>
        </mc:Choice>
        <mc:Fallback xmlns="">
          <p:pic>
            <p:nvPicPr>
              <p:cNvPr id="13" name="Ink 12">
                <a:extLst>
                  <a:ext uri="{FF2B5EF4-FFF2-40B4-BE49-F238E27FC236}">
                    <a16:creationId xmlns:a16="http://schemas.microsoft.com/office/drawing/2014/main" id="{F01B0B0D-23C0-406D-81B1-53560BEA6080}"/>
                  </a:ext>
                </a:extLst>
              </p:cNvPr>
              <p:cNvPicPr/>
              <p:nvPr/>
            </p:nvPicPr>
            <p:blipFill>
              <a:blip r:embed="rId16"/>
              <a:stretch>
                <a:fillRect/>
              </a:stretch>
            </p:blipFill>
            <p:spPr>
              <a:xfrm>
                <a:off x="-1602000" y="4886496"/>
                <a:ext cx="18000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0E36B71F-8617-4B05-A565-CA68910B66AF}"/>
                  </a:ext>
                </a:extLst>
              </p14:cNvPr>
              <p14:cNvContentPartPr/>
              <p14:nvPr/>
            </p14:nvContentPartPr>
            <p14:xfrm>
              <a:off x="2998440" y="1035936"/>
              <a:ext cx="360" cy="360"/>
            </p14:xfrm>
          </p:contentPart>
        </mc:Choice>
        <mc:Fallback xmlns="">
          <p:pic>
            <p:nvPicPr>
              <p:cNvPr id="14" name="Ink 13">
                <a:extLst>
                  <a:ext uri="{FF2B5EF4-FFF2-40B4-BE49-F238E27FC236}">
                    <a16:creationId xmlns:a16="http://schemas.microsoft.com/office/drawing/2014/main" id="{0E36B71F-8617-4B05-A565-CA68910B66AF}"/>
                  </a:ext>
                </a:extLst>
              </p:cNvPr>
              <p:cNvPicPr/>
              <p:nvPr/>
            </p:nvPicPr>
            <p:blipFill>
              <a:blip r:embed="rId18"/>
              <a:stretch>
                <a:fillRect/>
              </a:stretch>
            </p:blipFill>
            <p:spPr>
              <a:xfrm>
                <a:off x="2908800" y="85593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C3E9255F-D54C-4938-861C-0719B95285A6}"/>
                  </a:ext>
                </a:extLst>
              </p14:cNvPr>
              <p14:cNvContentPartPr/>
              <p14:nvPr/>
            </p14:nvContentPartPr>
            <p14:xfrm>
              <a:off x="2998440" y="1035936"/>
              <a:ext cx="360" cy="360"/>
            </p14:xfrm>
          </p:contentPart>
        </mc:Choice>
        <mc:Fallback xmlns="">
          <p:pic>
            <p:nvPicPr>
              <p:cNvPr id="15" name="Ink 14">
                <a:extLst>
                  <a:ext uri="{FF2B5EF4-FFF2-40B4-BE49-F238E27FC236}">
                    <a16:creationId xmlns:a16="http://schemas.microsoft.com/office/drawing/2014/main" id="{C3E9255F-D54C-4938-861C-0719B95285A6}"/>
                  </a:ext>
                </a:extLst>
              </p:cNvPr>
              <p:cNvPicPr/>
              <p:nvPr/>
            </p:nvPicPr>
            <p:blipFill>
              <a:blip r:embed="rId18"/>
              <a:stretch>
                <a:fillRect/>
              </a:stretch>
            </p:blipFill>
            <p:spPr>
              <a:xfrm>
                <a:off x="2908800" y="85593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63A7B024-B577-4CAE-BEB0-A6669B501358}"/>
                  </a:ext>
                </a:extLst>
              </p14:cNvPr>
              <p14:cNvContentPartPr/>
              <p14:nvPr/>
            </p14:nvContentPartPr>
            <p14:xfrm>
              <a:off x="2993760" y="1035936"/>
              <a:ext cx="5040" cy="360"/>
            </p14:xfrm>
          </p:contentPart>
        </mc:Choice>
        <mc:Fallback xmlns="">
          <p:pic>
            <p:nvPicPr>
              <p:cNvPr id="16" name="Ink 15">
                <a:extLst>
                  <a:ext uri="{FF2B5EF4-FFF2-40B4-BE49-F238E27FC236}">
                    <a16:creationId xmlns:a16="http://schemas.microsoft.com/office/drawing/2014/main" id="{63A7B024-B577-4CAE-BEB0-A6669B501358}"/>
                  </a:ext>
                </a:extLst>
              </p:cNvPr>
              <p:cNvPicPr/>
              <p:nvPr/>
            </p:nvPicPr>
            <p:blipFill>
              <a:blip r:embed="rId21"/>
              <a:stretch>
                <a:fillRect/>
              </a:stretch>
            </p:blipFill>
            <p:spPr>
              <a:xfrm>
                <a:off x="2904120" y="855936"/>
                <a:ext cx="18468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 name="Ink 16">
                <a:extLst>
                  <a:ext uri="{FF2B5EF4-FFF2-40B4-BE49-F238E27FC236}">
                    <a16:creationId xmlns:a16="http://schemas.microsoft.com/office/drawing/2014/main" id="{E0A5D064-5764-4BC6-889A-E61EBBCB274B}"/>
                  </a:ext>
                </a:extLst>
              </p14:cNvPr>
              <p14:cNvContentPartPr/>
              <p14:nvPr/>
            </p14:nvContentPartPr>
            <p14:xfrm>
              <a:off x="3729960" y="950616"/>
              <a:ext cx="360" cy="360"/>
            </p14:xfrm>
          </p:contentPart>
        </mc:Choice>
        <mc:Fallback xmlns="">
          <p:pic>
            <p:nvPicPr>
              <p:cNvPr id="17" name="Ink 16">
                <a:extLst>
                  <a:ext uri="{FF2B5EF4-FFF2-40B4-BE49-F238E27FC236}">
                    <a16:creationId xmlns:a16="http://schemas.microsoft.com/office/drawing/2014/main" id="{E0A5D064-5764-4BC6-889A-E61EBBCB274B}"/>
                  </a:ext>
                </a:extLst>
              </p:cNvPr>
              <p:cNvPicPr/>
              <p:nvPr/>
            </p:nvPicPr>
            <p:blipFill>
              <a:blip r:embed="rId18"/>
              <a:stretch>
                <a:fillRect/>
              </a:stretch>
            </p:blipFill>
            <p:spPr>
              <a:xfrm>
                <a:off x="3640320" y="7706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2CB02C25-2F1E-43D4-A77C-3F295035E347}"/>
                  </a:ext>
                </a:extLst>
              </p14:cNvPr>
              <p14:cNvContentPartPr/>
              <p14:nvPr/>
            </p14:nvContentPartPr>
            <p14:xfrm>
              <a:off x="3620520" y="1047816"/>
              <a:ext cx="360" cy="360"/>
            </p14:xfrm>
          </p:contentPart>
        </mc:Choice>
        <mc:Fallback xmlns="">
          <p:pic>
            <p:nvPicPr>
              <p:cNvPr id="18" name="Ink 17">
                <a:extLst>
                  <a:ext uri="{FF2B5EF4-FFF2-40B4-BE49-F238E27FC236}">
                    <a16:creationId xmlns:a16="http://schemas.microsoft.com/office/drawing/2014/main" id="{2CB02C25-2F1E-43D4-A77C-3F295035E347}"/>
                  </a:ext>
                </a:extLst>
              </p:cNvPr>
              <p:cNvPicPr/>
              <p:nvPr/>
            </p:nvPicPr>
            <p:blipFill>
              <a:blip r:embed="rId18"/>
              <a:stretch>
                <a:fillRect/>
              </a:stretch>
            </p:blipFill>
            <p:spPr>
              <a:xfrm>
                <a:off x="3530880" y="8681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4BA54EC1-BC0A-44CE-B6F6-610C5C43FEAF}"/>
                  </a:ext>
                </a:extLst>
              </p14:cNvPr>
              <p14:cNvContentPartPr/>
              <p14:nvPr/>
            </p14:nvContentPartPr>
            <p14:xfrm>
              <a:off x="7131960" y="2462616"/>
              <a:ext cx="360" cy="360"/>
            </p14:xfrm>
          </p:contentPart>
        </mc:Choice>
        <mc:Fallback xmlns="">
          <p:pic>
            <p:nvPicPr>
              <p:cNvPr id="19" name="Ink 18">
                <a:extLst>
                  <a:ext uri="{FF2B5EF4-FFF2-40B4-BE49-F238E27FC236}">
                    <a16:creationId xmlns:a16="http://schemas.microsoft.com/office/drawing/2014/main" id="{4BA54EC1-BC0A-44CE-B6F6-610C5C43FEAF}"/>
                  </a:ext>
                </a:extLst>
              </p:cNvPr>
              <p:cNvPicPr/>
              <p:nvPr/>
            </p:nvPicPr>
            <p:blipFill>
              <a:blip r:embed="rId18"/>
              <a:stretch>
                <a:fillRect/>
              </a:stretch>
            </p:blipFill>
            <p:spPr>
              <a:xfrm>
                <a:off x="7041960" y="22826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A047CCDF-AC55-4CA2-8CC2-5DEAB5DBDA79}"/>
                  </a:ext>
                </a:extLst>
              </p14:cNvPr>
              <p14:cNvContentPartPr/>
              <p14:nvPr/>
            </p14:nvContentPartPr>
            <p14:xfrm>
              <a:off x="7131960" y="2510856"/>
              <a:ext cx="360" cy="360"/>
            </p14:xfrm>
          </p:contentPart>
        </mc:Choice>
        <mc:Fallback xmlns="">
          <p:pic>
            <p:nvPicPr>
              <p:cNvPr id="20" name="Ink 19">
                <a:extLst>
                  <a:ext uri="{FF2B5EF4-FFF2-40B4-BE49-F238E27FC236}">
                    <a16:creationId xmlns:a16="http://schemas.microsoft.com/office/drawing/2014/main" id="{A047CCDF-AC55-4CA2-8CC2-5DEAB5DBDA79}"/>
                  </a:ext>
                </a:extLst>
              </p:cNvPr>
              <p:cNvPicPr/>
              <p:nvPr/>
            </p:nvPicPr>
            <p:blipFill>
              <a:blip r:embed="rId18"/>
              <a:stretch>
                <a:fillRect/>
              </a:stretch>
            </p:blipFill>
            <p:spPr>
              <a:xfrm>
                <a:off x="7041960" y="23312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5C113320-A213-4066-90BD-CDA6F321CA37}"/>
                  </a:ext>
                </a:extLst>
              </p14:cNvPr>
              <p14:cNvContentPartPr/>
              <p14:nvPr/>
            </p14:nvContentPartPr>
            <p14:xfrm>
              <a:off x="6644160" y="4559256"/>
              <a:ext cx="360" cy="360"/>
            </p14:xfrm>
          </p:contentPart>
        </mc:Choice>
        <mc:Fallback xmlns="">
          <p:pic>
            <p:nvPicPr>
              <p:cNvPr id="21" name="Ink 20">
                <a:extLst>
                  <a:ext uri="{FF2B5EF4-FFF2-40B4-BE49-F238E27FC236}">
                    <a16:creationId xmlns:a16="http://schemas.microsoft.com/office/drawing/2014/main" id="{5C113320-A213-4066-90BD-CDA6F321CA37}"/>
                  </a:ext>
                </a:extLst>
              </p:cNvPr>
              <p:cNvPicPr/>
              <p:nvPr/>
            </p:nvPicPr>
            <p:blipFill>
              <a:blip r:embed="rId18"/>
              <a:stretch>
                <a:fillRect/>
              </a:stretch>
            </p:blipFill>
            <p:spPr>
              <a:xfrm>
                <a:off x="6554160" y="43792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E393B7F9-52EB-4DF0-9F3C-D38FF4077920}"/>
                  </a:ext>
                </a:extLst>
              </p14:cNvPr>
              <p14:cNvContentPartPr/>
              <p14:nvPr/>
            </p14:nvContentPartPr>
            <p14:xfrm>
              <a:off x="-1926720" y="3961656"/>
              <a:ext cx="360" cy="360"/>
            </p14:xfrm>
          </p:contentPart>
        </mc:Choice>
        <mc:Fallback xmlns="">
          <p:pic>
            <p:nvPicPr>
              <p:cNvPr id="22" name="Ink 21">
                <a:extLst>
                  <a:ext uri="{FF2B5EF4-FFF2-40B4-BE49-F238E27FC236}">
                    <a16:creationId xmlns:a16="http://schemas.microsoft.com/office/drawing/2014/main" id="{E393B7F9-52EB-4DF0-9F3C-D38FF4077920}"/>
                  </a:ext>
                </a:extLst>
              </p:cNvPr>
              <p:cNvPicPr/>
              <p:nvPr/>
            </p:nvPicPr>
            <p:blipFill>
              <a:blip r:embed="rId18"/>
              <a:stretch>
                <a:fillRect/>
              </a:stretch>
            </p:blipFill>
            <p:spPr>
              <a:xfrm>
                <a:off x="-2016720" y="37820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34B2D232-CEF5-419B-B1A5-8DBEA2B7E54F}"/>
                  </a:ext>
                </a:extLst>
              </p14:cNvPr>
              <p14:cNvContentPartPr/>
              <p14:nvPr/>
            </p14:nvContentPartPr>
            <p14:xfrm>
              <a:off x="-1049040" y="3218256"/>
              <a:ext cx="360" cy="360"/>
            </p14:xfrm>
          </p:contentPart>
        </mc:Choice>
        <mc:Fallback xmlns="">
          <p:pic>
            <p:nvPicPr>
              <p:cNvPr id="23" name="Ink 22">
                <a:extLst>
                  <a:ext uri="{FF2B5EF4-FFF2-40B4-BE49-F238E27FC236}">
                    <a16:creationId xmlns:a16="http://schemas.microsoft.com/office/drawing/2014/main" id="{34B2D232-CEF5-419B-B1A5-8DBEA2B7E54F}"/>
                  </a:ext>
                </a:extLst>
              </p:cNvPr>
              <p:cNvPicPr/>
              <p:nvPr/>
            </p:nvPicPr>
            <p:blipFill>
              <a:blip r:embed="rId18"/>
              <a:stretch>
                <a:fillRect/>
              </a:stretch>
            </p:blipFill>
            <p:spPr>
              <a:xfrm>
                <a:off x="-1138680" y="303825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362E2CCD-E783-4EB0-A449-D3A45EEDACA1}"/>
                  </a:ext>
                </a:extLst>
              </p14:cNvPr>
              <p14:cNvContentPartPr/>
              <p14:nvPr/>
            </p14:nvContentPartPr>
            <p14:xfrm>
              <a:off x="2047680" y="1023696"/>
              <a:ext cx="360" cy="360"/>
            </p14:xfrm>
          </p:contentPart>
        </mc:Choice>
        <mc:Fallback xmlns="">
          <p:pic>
            <p:nvPicPr>
              <p:cNvPr id="24" name="Ink 23">
                <a:extLst>
                  <a:ext uri="{FF2B5EF4-FFF2-40B4-BE49-F238E27FC236}">
                    <a16:creationId xmlns:a16="http://schemas.microsoft.com/office/drawing/2014/main" id="{362E2CCD-E783-4EB0-A449-D3A45EEDACA1}"/>
                  </a:ext>
                </a:extLst>
              </p:cNvPr>
              <p:cNvPicPr/>
              <p:nvPr/>
            </p:nvPicPr>
            <p:blipFill>
              <a:blip r:embed="rId18"/>
              <a:stretch>
                <a:fillRect/>
              </a:stretch>
            </p:blipFill>
            <p:spPr>
              <a:xfrm>
                <a:off x="1957680" y="84369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3A6B9D4B-B599-4E13-8CD4-9AE1EA05DD38}"/>
                  </a:ext>
                </a:extLst>
              </p14:cNvPr>
              <p14:cNvContentPartPr/>
              <p14:nvPr/>
            </p14:nvContentPartPr>
            <p14:xfrm>
              <a:off x="2084400" y="1023696"/>
              <a:ext cx="5040" cy="360"/>
            </p14:xfrm>
          </p:contentPart>
        </mc:Choice>
        <mc:Fallback xmlns="">
          <p:pic>
            <p:nvPicPr>
              <p:cNvPr id="25" name="Ink 24">
                <a:extLst>
                  <a:ext uri="{FF2B5EF4-FFF2-40B4-BE49-F238E27FC236}">
                    <a16:creationId xmlns:a16="http://schemas.microsoft.com/office/drawing/2014/main" id="{3A6B9D4B-B599-4E13-8CD4-9AE1EA05DD38}"/>
                  </a:ext>
                </a:extLst>
              </p:cNvPr>
              <p:cNvPicPr/>
              <p:nvPr/>
            </p:nvPicPr>
            <p:blipFill>
              <a:blip r:embed="rId21"/>
              <a:stretch>
                <a:fillRect/>
              </a:stretch>
            </p:blipFill>
            <p:spPr>
              <a:xfrm>
                <a:off x="1994760" y="843696"/>
                <a:ext cx="18468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Ink 25">
                <a:extLst>
                  <a:ext uri="{FF2B5EF4-FFF2-40B4-BE49-F238E27FC236}">
                    <a16:creationId xmlns:a16="http://schemas.microsoft.com/office/drawing/2014/main" id="{915EBC98-2995-4202-8847-0A06CF184801}"/>
                  </a:ext>
                </a:extLst>
              </p14:cNvPr>
              <p14:cNvContentPartPr/>
              <p14:nvPr/>
            </p14:nvContentPartPr>
            <p14:xfrm>
              <a:off x="1987200" y="1011456"/>
              <a:ext cx="360" cy="360"/>
            </p14:xfrm>
          </p:contentPart>
        </mc:Choice>
        <mc:Fallback xmlns="">
          <p:pic>
            <p:nvPicPr>
              <p:cNvPr id="26" name="Ink 25">
                <a:extLst>
                  <a:ext uri="{FF2B5EF4-FFF2-40B4-BE49-F238E27FC236}">
                    <a16:creationId xmlns:a16="http://schemas.microsoft.com/office/drawing/2014/main" id="{915EBC98-2995-4202-8847-0A06CF184801}"/>
                  </a:ext>
                </a:extLst>
              </p:cNvPr>
              <p:cNvPicPr/>
              <p:nvPr/>
            </p:nvPicPr>
            <p:blipFill>
              <a:blip r:embed="rId18"/>
              <a:stretch>
                <a:fillRect/>
              </a:stretch>
            </p:blipFill>
            <p:spPr>
              <a:xfrm>
                <a:off x="1897200" y="83181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45DA6E77-6091-41F4-942A-0F309A3D2009}"/>
                  </a:ext>
                </a:extLst>
              </p14:cNvPr>
              <p14:cNvContentPartPr/>
              <p14:nvPr/>
            </p14:nvContentPartPr>
            <p14:xfrm>
              <a:off x="-1855800" y="657936"/>
              <a:ext cx="27000" cy="23400"/>
            </p14:xfrm>
          </p:contentPart>
        </mc:Choice>
        <mc:Fallback xmlns="">
          <p:pic>
            <p:nvPicPr>
              <p:cNvPr id="27" name="Ink 26">
                <a:extLst>
                  <a:ext uri="{FF2B5EF4-FFF2-40B4-BE49-F238E27FC236}">
                    <a16:creationId xmlns:a16="http://schemas.microsoft.com/office/drawing/2014/main" id="{45DA6E77-6091-41F4-942A-0F309A3D2009}"/>
                  </a:ext>
                </a:extLst>
              </p:cNvPr>
              <p:cNvPicPr/>
              <p:nvPr/>
            </p:nvPicPr>
            <p:blipFill>
              <a:blip r:embed="rId33"/>
              <a:stretch>
                <a:fillRect/>
              </a:stretch>
            </p:blipFill>
            <p:spPr>
              <a:xfrm>
                <a:off x="-1945800" y="477936"/>
                <a:ext cx="20664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E3F3AD06-2FD6-4505-B7DB-A8FB3DED0B43}"/>
                  </a:ext>
                </a:extLst>
              </p14:cNvPr>
              <p14:cNvContentPartPr/>
              <p14:nvPr/>
            </p14:nvContentPartPr>
            <p14:xfrm>
              <a:off x="-268560" y="816336"/>
              <a:ext cx="5040" cy="360"/>
            </p14:xfrm>
          </p:contentPart>
        </mc:Choice>
        <mc:Fallback xmlns="">
          <p:pic>
            <p:nvPicPr>
              <p:cNvPr id="28" name="Ink 27">
                <a:extLst>
                  <a:ext uri="{FF2B5EF4-FFF2-40B4-BE49-F238E27FC236}">
                    <a16:creationId xmlns:a16="http://schemas.microsoft.com/office/drawing/2014/main" id="{E3F3AD06-2FD6-4505-B7DB-A8FB3DED0B43}"/>
                  </a:ext>
                </a:extLst>
              </p:cNvPr>
              <p:cNvPicPr/>
              <p:nvPr/>
            </p:nvPicPr>
            <p:blipFill>
              <a:blip r:embed="rId21"/>
              <a:stretch>
                <a:fillRect/>
              </a:stretch>
            </p:blipFill>
            <p:spPr>
              <a:xfrm>
                <a:off x="-358200" y="636336"/>
                <a:ext cx="18468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0" name="Ink 29">
                <a:extLst>
                  <a:ext uri="{FF2B5EF4-FFF2-40B4-BE49-F238E27FC236}">
                    <a16:creationId xmlns:a16="http://schemas.microsoft.com/office/drawing/2014/main" id="{C9248AF4-5127-48C9-B6A2-758110871291}"/>
                  </a:ext>
                </a:extLst>
              </p14:cNvPr>
              <p14:cNvContentPartPr/>
              <p14:nvPr/>
            </p14:nvContentPartPr>
            <p14:xfrm>
              <a:off x="-2207160" y="1998936"/>
              <a:ext cx="360" cy="360"/>
            </p14:xfrm>
          </p:contentPart>
        </mc:Choice>
        <mc:Fallback xmlns="">
          <p:pic>
            <p:nvPicPr>
              <p:cNvPr id="30" name="Ink 29">
                <a:extLst>
                  <a:ext uri="{FF2B5EF4-FFF2-40B4-BE49-F238E27FC236}">
                    <a16:creationId xmlns:a16="http://schemas.microsoft.com/office/drawing/2014/main" id="{C9248AF4-5127-48C9-B6A2-758110871291}"/>
                  </a:ext>
                </a:extLst>
              </p:cNvPr>
              <p:cNvPicPr/>
              <p:nvPr/>
            </p:nvPicPr>
            <p:blipFill>
              <a:blip r:embed="rId36"/>
              <a:stretch>
                <a:fillRect/>
              </a:stretch>
            </p:blipFill>
            <p:spPr>
              <a:xfrm>
                <a:off x="-2216160" y="1989936"/>
                <a:ext cx="18000" cy="18000"/>
              </a:xfrm>
              <a:prstGeom prst="rect">
                <a:avLst/>
              </a:prstGeom>
            </p:spPr>
          </p:pic>
        </mc:Fallback>
      </mc:AlternateContent>
    </p:spTree>
    <p:extLst>
      <p:ext uri="{BB962C8B-B14F-4D97-AF65-F5344CB8AC3E}">
        <p14:creationId xmlns:p14="http://schemas.microsoft.com/office/powerpoint/2010/main" val="3237914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4" y="263810"/>
            <a:ext cx="8508528" cy="1325563"/>
          </a:xfrm>
        </p:spPr>
        <p:txBody>
          <a:bodyPr anchor="ctr">
            <a:normAutofit/>
          </a:bodyPr>
          <a:lstStyle/>
          <a:p>
            <a:r>
              <a:rPr lang="en-US" dirty="0"/>
              <a:t>OUTLINE</a:t>
            </a:r>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7191375" y="1739900"/>
            <a:ext cx="4181475" cy="4570413"/>
          </a:xfrm>
        </p:spPr>
        <p:txBody>
          <a:bodyPr vert="horz" lIns="91440" tIns="45720" rIns="91440" bIns="45720" rtlCol="0" anchor="t">
            <a:normAutofit/>
          </a:bodyPr>
          <a:lstStyle/>
          <a:p>
            <a:r>
              <a:rPr sz="2400" i="1">
                <a:latin typeface="IBM Plex Mono Text"/>
              </a:rPr>
              <a:t>Executive Summary</a:t>
            </a:r>
          </a:p>
          <a:p>
            <a:r>
              <a:rPr lang="en-US" sz="2400" i="1" dirty="0">
                <a:latin typeface="IBM Plex Mono Text"/>
              </a:rPr>
              <a:t>Introduction</a:t>
            </a:r>
          </a:p>
          <a:p>
            <a:r>
              <a:rPr lang="en-US" sz="2400" i="1" dirty="0">
                <a:latin typeface="IBM Plex Mono Text"/>
              </a:rPr>
              <a:t>Methodology</a:t>
            </a:r>
          </a:p>
          <a:p>
            <a:r>
              <a:rPr lang="en-US" sz="2400" i="1" dirty="0">
                <a:latin typeface="IBM Plex Mono Text"/>
              </a:rPr>
              <a:t>Results</a:t>
            </a:r>
          </a:p>
          <a:p>
            <a:pPr lvl="1"/>
            <a:r>
              <a:rPr lang="en-US" i="1" dirty="0">
                <a:latin typeface="IBM Plex Mono Text"/>
              </a:rPr>
              <a:t>Visualisation – Charts</a:t>
            </a:r>
          </a:p>
          <a:p>
            <a:pPr lvl="1"/>
            <a:r>
              <a:rPr lang="en-US" i="1" dirty="0">
                <a:latin typeface="IBM Plex Mono Text"/>
              </a:rPr>
              <a:t>Dashboard</a:t>
            </a:r>
          </a:p>
          <a:p>
            <a:r>
              <a:rPr lang="en-US" sz="2400" i="1" dirty="0">
                <a:latin typeface="IBM Plex Mono Text"/>
              </a:rPr>
              <a:t>Discussion</a:t>
            </a:r>
          </a:p>
          <a:p>
            <a:pPr lvl="1"/>
            <a:r>
              <a:rPr lang="en-US" i="1" dirty="0">
                <a:latin typeface="IBM Plex Mono Text"/>
              </a:rPr>
              <a:t>Findings &amp; Implications</a:t>
            </a:r>
          </a:p>
          <a:p>
            <a:r>
              <a:rPr lang="en-US" sz="2400" i="1" dirty="0">
                <a:latin typeface="IBM Plex Mono Text"/>
              </a:rPr>
              <a:t>Conclusion</a:t>
            </a:r>
          </a:p>
          <a:p>
            <a:r>
              <a:rPr lang="en-US" sz="2400" i="1" dirty="0">
                <a:latin typeface="IBM Plex Mono Text"/>
              </a:rPr>
              <a:t>Appendix</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1A185CBD-ED91-4F24-BEB9-8E33AD8AC3B1}"/>
                  </a:ext>
                </a:extLst>
              </p14:cNvPr>
              <p14:cNvContentPartPr/>
              <p14:nvPr/>
            </p14:nvContentPartPr>
            <p14:xfrm>
              <a:off x="1889280" y="999312"/>
              <a:ext cx="360" cy="360"/>
            </p14:xfrm>
          </p:contentPart>
        </mc:Choice>
        <mc:Fallback xmlns="">
          <p:pic>
            <p:nvPicPr>
              <p:cNvPr id="9" name="Ink 8">
                <a:extLst>
                  <a:ext uri="{FF2B5EF4-FFF2-40B4-BE49-F238E27FC236}">
                    <a16:creationId xmlns:a16="http://schemas.microsoft.com/office/drawing/2014/main" id="{1A185CBD-ED91-4F24-BEB9-8E33AD8AC3B1}"/>
                  </a:ext>
                </a:extLst>
              </p:cNvPr>
              <p:cNvPicPr/>
              <p:nvPr/>
            </p:nvPicPr>
            <p:blipFill>
              <a:blip r:embed="rId7"/>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032BD37A-4777-4658-98DC-561C88BBD6B5}"/>
                  </a:ext>
                </a:extLst>
              </p14:cNvPr>
              <p14:cNvContentPartPr/>
              <p14:nvPr/>
            </p14:nvContentPartPr>
            <p14:xfrm>
              <a:off x="2328120" y="962952"/>
              <a:ext cx="360" cy="360"/>
            </p14:xfrm>
          </p:contentPart>
        </mc:Choice>
        <mc:Fallback xmlns="">
          <p:pic>
            <p:nvPicPr>
              <p:cNvPr id="10" name="Ink 9">
                <a:extLst>
                  <a:ext uri="{FF2B5EF4-FFF2-40B4-BE49-F238E27FC236}">
                    <a16:creationId xmlns:a16="http://schemas.microsoft.com/office/drawing/2014/main" id="{032BD37A-4777-4658-98DC-561C88BBD6B5}"/>
                  </a:ext>
                </a:extLst>
              </p:cNvPr>
              <p:cNvPicPr/>
              <p:nvPr/>
            </p:nvPicPr>
            <p:blipFill>
              <a:blip r:embed="rId7"/>
              <a:stretch>
                <a:fillRect/>
              </a:stretch>
            </p:blipFill>
            <p:spPr>
              <a:xfrm>
                <a:off x="2238120" y="783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8D6F0DE4-0F5C-4DBC-980B-FA84561A37BD}"/>
                  </a:ext>
                </a:extLst>
              </p14:cNvPr>
              <p14:cNvContentPartPr/>
              <p14:nvPr/>
            </p14:nvContentPartPr>
            <p14:xfrm>
              <a:off x="2828160" y="926232"/>
              <a:ext cx="360" cy="360"/>
            </p14:xfrm>
          </p:contentPart>
        </mc:Choice>
        <mc:Fallback xmlns="">
          <p:pic>
            <p:nvPicPr>
              <p:cNvPr id="11" name="Ink 10">
                <a:extLst>
                  <a:ext uri="{FF2B5EF4-FFF2-40B4-BE49-F238E27FC236}">
                    <a16:creationId xmlns:a16="http://schemas.microsoft.com/office/drawing/2014/main" id="{8D6F0DE4-0F5C-4DBC-980B-FA84561A37BD}"/>
                  </a:ext>
                </a:extLst>
              </p:cNvPr>
              <p:cNvPicPr/>
              <p:nvPr/>
            </p:nvPicPr>
            <p:blipFill>
              <a:blip r:embed="rId7"/>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24F830F4-CC15-48E6-AB15-04ED683CA04A}"/>
                  </a:ext>
                </a:extLst>
              </p14:cNvPr>
              <p14:cNvContentPartPr/>
              <p14:nvPr/>
            </p14:nvContentPartPr>
            <p14:xfrm>
              <a:off x="2828160" y="926232"/>
              <a:ext cx="3240" cy="5040"/>
            </p14:xfrm>
          </p:contentPart>
        </mc:Choice>
        <mc:Fallback xmlns="">
          <p:pic>
            <p:nvPicPr>
              <p:cNvPr id="12" name="Ink 11">
                <a:extLst>
                  <a:ext uri="{FF2B5EF4-FFF2-40B4-BE49-F238E27FC236}">
                    <a16:creationId xmlns:a16="http://schemas.microsoft.com/office/drawing/2014/main" id="{24F830F4-CC15-48E6-AB15-04ED683CA04A}"/>
                  </a:ext>
                </a:extLst>
              </p:cNvPr>
              <p:cNvPicPr/>
              <p:nvPr/>
            </p:nvPicPr>
            <p:blipFill>
              <a:blip r:embed="rId11"/>
              <a:stretch>
                <a:fillRect/>
              </a:stretch>
            </p:blipFill>
            <p:spPr>
              <a:xfrm>
                <a:off x="2738160" y="746232"/>
                <a:ext cx="18288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18EA1C91-5384-4260-8EC9-8379C643441C}"/>
                  </a:ext>
                </a:extLst>
              </p14:cNvPr>
              <p14:cNvContentPartPr/>
              <p14:nvPr/>
            </p14:nvContentPartPr>
            <p14:xfrm>
              <a:off x="-2109240" y="2669712"/>
              <a:ext cx="19800" cy="360"/>
            </p14:xfrm>
          </p:contentPart>
        </mc:Choice>
        <mc:Fallback xmlns="">
          <p:pic>
            <p:nvPicPr>
              <p:cNvPr id="13" name="Ink 12">
                <a:extLst>
                  <a:ext uri="{FF2B5EF4-FFF2-40B4-BE49-F238E27FC236}">
                    <a16:creationId xmlns:a16="http://schemas.microsoft.com/office/drawing/2014/main" id="{18EA1C91-5384-4260-8EC9-8379C643441C}"/>
                  </a:ext>
                </a:extLst>
              </p:cNvPr>
              <p:cNvPicPr/>
              <p:nvPr/>
            </p:nvPicPr>
            <p:blipFill>
              <a:blip r:embed="rId13"/>
              <a:stretch>
                <a:fillRect/>
              </a:stretch>
            </p:blipFill>
            <p:spPr>
              <a:xfrm>
                <a:off x="-2199240" y="2489712"/>
                <a:ext cx="19944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97E9F6ED-ACEE-438F-A76C-C66263E59B33}"/>
                  </a:ext>
                </a:extLst>
              </p14:cNvPr>
              <p14:cNvContentPartPr/>
              <p14:nvPr/>
            </p14:nvContentPartPr>
            <p14:xfrm>
              <a:off x="7266240" y="2888952"/>
              <a:ext cx="360" cy="360"/>
            </p14:xfrm>
          </p:contentPart>
        </mc:Choice>
        <mc:Fallback xmlns="">
          <p:pic>
            <p:nvPicPr>
              <p:cNvPr id="14" name="Ink 13">
                <a:extLst>
                  <a:ext uri="{FF2B5EF4-FFF2-40B4-BE49-F238E27FC236}">
                    <a16:creationId xmlns:a16="http://schemas.microsoft.com/office/drawing/2014/main" id="{97E9F6ED-ACEE-438F-A76C-C66263E59B33}"/>
                  </a:ext>
                </a:extLst>
              </p:cNvPr>
              <p:cNvPicPr/>
              <p:nvPr/>
            </p:nvPicPr>
            <p:blipFill>
              <a:blip r:embed="rId7"/>
              <a:stretch>
                <a:fillRect/>
              </a:stretch>
            </p:blipFill>
            <p:spPr>
              <a:xfrm>
                <a:off x="7176240" y="270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EA56CB11-8AE3-4EA0-B556-BBB572803B07}"/>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EA56CB11-8AE3-4EA0-B556-BBB572803B07}"/>
                  </a:ext>
                </a:extLst>
              </p:cNvPr>
              <p:cNvPicPr/>
              <p:nvPr/>
            </p:nvPicPr>
            <p:blipFill>
              <a:blip r:embed="rId7"/>
              <a:stretch>
                <a:fillRect/>
              </a:stretch>
            </p:blipFill>
            <p:spPr>
              <a:xfrm>
                <a:off x="7176240" y="270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78E27AEC-BDF9-49A4-A10A-6F5F64F01EEA}"/>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78E27AEC-BDF9-49A4-A10A-6F5F64F01EEA}"/>
                  </a:ext>
                </a:extLst>
              </p:cNvPr>
              <p:cNvPicPr/>
              <p:nvPr/>
            </p:nvPicPr>
            <p:blipFill>
              <a:blip r:embed="rId7"/>
              <a:stretch>
                <a:fillRect/>
              </a:stretch>
            </p:blipFill>
            <p:spPr>
              <a:xfrm>
                <a:off x="7176240" y="270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00D1CCCF-5EBB-4FB3-A293-78C28946220A}"/>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D1CCCF-5EBB-4FB3-A293-78C28946220A}"/>
                  </a:ext>
                </a:extLst>
              </p:cNvPr>
              <p:cNvPicPr/>
              <p:nvPr/>
            </p:nvPicPr>
            <p:blipFill>
              <a:blip r:embed="rId7"/>
              <a:stretch>
                <a:fillRect/>
              </a:stretch>
            </p:blipFill>
            <p:spPr>
              <a:xfrm>
                <a:off x="7176240" y="270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0EC3AB97-946C-4D62-AEB0-E11D486AFBF0}"/>
                  </a:ext>
                </a:extLst>
              </p14:cNvPr>
              <p14:cNvContentPartPr/>
              <p14:nvPr/>
            </p14:nvContentPartPr>
            <p14:xfrm>
              <a:off x="6680880" y="2877072"/>
              <a:ext cx="360" cy="360"/>
            </p14:xfrm>
          </p:contentPart>
        </mc:Choice>
        <mc:Fallback xmlns="">
          <p:pic>
            <p:nvPicPr>
              <p:cNvPr id="18" name="Ink 17">
                <a:extLst>
                  <a:ext uri="{FF2B5EF4-FFF2-40B4-BE49-F238E27FC236}">
                    <a16:creationId xmlns:a16="http://schemas.microsoft.com/office/drawing/2014/main" id="{0EC3AB97-946C-4D62-AEB0-E11D486AFBF0}"/>
                  </a:ext>
                </a:extLst>
              </p:cNvPr>
              <p:cNvPicPr/>
              <p:nvPr/>
            </p:nvPicPr>
            <p:blipFill>
              <a:blip r:embed="rId7"/>
              <a:stretch>
                <a:fillRect/>
              </a:stretch>
            </p:blipFill>
            <p:spPr>
              <a:xfrm>
                <a:off x="6591240" y="2697072"/>
                <a:ext cx="180000" cy="360000"/>
              </a:xfrm>
              <a:prstGeom prst="rect">
                <a:avLst/>
              </a:prstGeom>
            </p:spPr>
          </p:pic>
        </mc:Fallback>
      </mc:AlternateContent>
      <p:pic>
        <p:nvPicPr>
          <p:cNvPr id="5" name="Picture 5">
            <a:extLst>
              <a:ext uri="{FF2B5EF4-FFF2-40B4-BE49-F238E27FC236}">
                <a16:creationId xmlns:a16="http://schemas.microsoft.com/office/drawing/2014/main" id="{723DAD1D-0FEF-5C86-B4F0-6EEFE6BFD28C}"/>
              </a:ext>
            </a:extLst>
          </p:cNvPr>
          <p:cNvPicPr>
            <a:picLocks noChangeAspect="1"/>
          </p:cNvPicPr>
          <p:nvPr/>
        </p:nvPicPr>
        <p:blipFill>
          <a:blip r:embed="rId19"/>
          <a:stretch>
            <a:fillRect/>
          </a:stretch>
        </p:blipFill>
        <p:spPr>
          <a:xfrm>
            <a:off x="781050" y="2066925"/>
            <a:ext cx="5400675" cy="3038475"/>
          </a:xfrm>
          <a:prstGeom prst="rect">
            <a:avLst/>
          </a:prstGeom>
        </p:spPr>
      </p:pic>
    </p:spTree>
    <p:extLst>
      <p:ext uri="{BB962C8B-B14F-4D97-AF65-F5344CB8AC3E}">
        <p14:creationId xmlns:p14="http://schemas.microsoft.com/office/powerpoint/2010/main" val="1339210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4285075" y="1825624"/>
            <a:ext cx="7068725" cy="4465447"/>
          </a:xfrm>
        </p:spPr>
        <p:txBody>
          <a:bodyPr vert="horz" lIns="91440" tIns="45720" rIns="91440" bIns="45720" rtlCol="0" anchor="t">
            <a:normAutofit/>
          </a:bodyPr>
          <a:lstStyle/>
          <a:p>
            <a:r>
              <a:rPr sz="2200" b="1">
                <a:latin typeface="IBM Plex Mono Text"/>
              </a:rPr>
              <a:t>The following methodologies were used for data analysis:</a:t>
            </a:r>
            <a:endParaRPr lang="en-US" sz="2200" b="1" dirty="0"/>
          </a:p>
          <a:p>
            <a:pPr lvl="1"/>
            <a:r>
              <a:rPr sz="2000" i="1">
                <a:latin typeface="IBM Plex Mono Text"/>
              </a:rPr>
              <a:t>Data collection using web scraping and the SpaceX API</a:t>
            </a:r>
          </a:p>
          <a:p>
            <a:pPr lvl="1"/>
            <a:r>
              <a:rPr sz="2000" i="1">
                <a:latin typeface="IBM Plex Mono Text"/>
              </a:rPr>
              <a:t>Exploratory data analysis (EDA), including data wrangling, data visualisation and interactive visual analytics.</a:t>
            </a:r>
          </a:p>
          <a:p>
            <a:pPr lvl="1"/>
            <a:r>
              <a:rPr sz="2000" i="1">
                <a:latin typeface="IBM Plex Mono Text"/>
              </a:rPr>
              <a:t>Machine-learning prediction.</a:t>
            </a:r>
            <a:endParaRPr lang="en-US" sz="2000" i="1" dirty="0"/>
          </a:p>
          <a:p>
            <a:r>
              <a:rPr sz="2200" b="1">
                <a:latin typeface="IBM Plex Mono Text"/>
              </a:rPr>
              <a:t>Summary of results:</a:t>
            </a:r>
            <a:endParaRPr lang="en-US" sz="2200" b="1" dirty="0"/>
          </a:p>
          <a:p>
            <a:pPr lvl="1"/>
            <a:r>
              <a:rPr sz="1800" i="1">
                <a:latin typeface="IBM Plex Mono Text"/>
              </a:rPr>
              <a:t>Valuable data were collected from public sources.</a:t>
            </a:r>
            <a:endParaRPr lang="en-US" sz="1800" i="1"/>
          </a:p>
          <a:p>
            <a:pPr lvl="1"/>
            <a:r>
              <a:rPr sz="1800" i="1">
                <a:latin typeface="IBM Plex Mono Text"/>
              </a:rPr>
              <a:t>EDA helped identify the best features for predicting launch success.</a:t>
            </a:r>
            <a:endParaRPr lang="en-US" sz="1800" i="1"/>
          </a:p>
          <a:p>
            <a:pPr lvl="1"/>
            <a:r>
              <a:rPr sz="1800" i="1">
                <a:latin typeface="IBM Plex Mono Text"/>
              </a:rPr>
              <a:t>Machine-learning prediction identified the characteristics that were most important for designing the best model using the collected data.</a:t>
            </a:r>
            <a:endParaRPr lang="en-US" sz="1800" i="1" dirty="0"/>
          </a:p>
        </p:txBody>
      </p:sp>
      <p:pic>
        <p:nvPicPr>
          <p:cNvPr id="4" name="Picture 5" descr="Logo, company name&#10;&#10;Description automatically generated">
            <a:extLst>
              <a:ext uri="{FF2B5EF4-FFF2-40B4-BE49-F238E27FC236}">
                <a16:creationId xmlns:a16="http://schemas.microsoft.com/office/drawing/2014/main" id="{F17126F5-C522-92AF-D1DE-E422E7B03D2B}"/>
              </a:ext>
            </a:extLst>
          </p:cNvPr>
          <p:cNvPicPr>
            <a:picLocks noChangeAspect="1"/>
          </p:cNvPicPr>
          <p:nvPr/>
        </p:nvPicPr>
        <p:blipFill>
          <a:blip r:embed="rId3"/>
          <a:stretch>
            <a:fillRect/>
          </a:stretch>
        </p:blipFill>
        <p:spPr>
          <a:xfrm>
            <a:off x="733425" y="1896237"/>
            <a:ext cx="3371850" cy="3903726"/>
          </a:xfrm>
          <a:prstGeom prst="rect">
            <a:avLst/>
          </a:prstGeom>
        </p:spPr>
      </p:pic>
    </p:spTree>
    <p:extLst>
      <p:ext uri="{BB962C8B-B14F-4D97-AF65-F5344CB8AC3E}">
        <p14:creationId xmlns:p14="http://schemas.microsoft.com/office/powerpoint/2010/main" val="3083623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sp>
        <p:nvSpPr>
          <p:cNvPr id="5" name="Content Placeholder 2">
            <a:extLst>
              <a:ext uri="{FF2B5EF4-FFF2-40B4-BE49-F238E27FC236}">
                <a16:creationId xmlns:a16="http://schemas.microsoft.com/office/drawing/2014/main" id="{DC710A13-9821-054D-8648-FB592F1CDDDF}"/>
              </a:ext>
            </a:extLst>
          </p:cNvPr>
          <p:cNvSpPr txBox="1">
            <a:spLocks/>
          </p:cNvSpPr>
          <p:nvPr/>
        </p:nvSpPr>
        <p:spPr>
          <a:xfrm>
            <a:off x="4285075" y="1825625"/>
            <a:ext cx="7068725"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400" b="1">
                <a:latin typeface="IBM Plex Mono Text"/>
              </a:rPr>
              <a:t>OBJECTIVE:</a:t>
            </a:r>
            <a:endParaRPr lang="en-US" sz="2400" b="1" dirty="0"/>
          </a:p>
          <a:p>
            <a:pPr marL="0" indent="0">
              <a:buNone/>
            </a:pPr>
            <a:r>
              <a:rPr sz="2400" b="1" i="1">
                <a:latin typeface="IBM Plex Mono Text"/>
              </a:rPr>
              <a:t>Evaluate whether the new company, Space Y, could compete successfully with SpaceX.</a:t>
            </a:r>
            <a:endParaRPr lang="en-US" sz="2400" b="1" i="1"/>
          </a:p>
          <a:p>
            <a:endParaRPr lang="en-US" sz="2400" b="1" dirty="0">
              <a:latin typeface="IBM Plex Mono Text"/>
            </a:endParaRPr>
          </a:p>
          <a:p>
            <a:r>
              <a:rPr sz="2200">
                <a:latin typeface="IBM Plex Mono Text"/>
              </a:rPr>
              <a:t>Key questions:</a:t>
            </a:r>
            <a:endParaRPr lang="en-US" sz="2200" dirty="0"/>
          </a:p>
          <a:p>
            <a:endParaRPr lang="en-US" sz="2200" dirty="0">
              <a:latin typeface="IBM Plex Mono Text"/>
            </a:endParaRPr>
          </a:p>
          <a:p>
            <a:pPr lvl="1"/>
            <a:r>
              <a:rPr sz="1800" i="1">
                <a:latin typeface="IBM Plex Mono Text"/>
              </a:rPr>
              <a:t>How to estimate total launch cost by predicting successful first-stage landings;</a:t>
            </a:r>
            <a:endParaRPr lang="en-US" sz="1800" i="1"/>
          </a:p>
          <a:p>
            <a:pPr lvl="1"/>
            <a:r>
              <a:rPr sz="1800" i="1">
                <a:latin typeface="IBM Plex Mono Text"/>
              </a:rPr>
              <a:t>Where the best launch site is.</a:t>
            </a:r>
          </a:p>
        </p:txBody>
      </p:sp>
      <p:pic>
        <p:nvPicPr>
          <p:cNvPr id="8" name="Picture 8" descr="A picture containing building, window&#10;&#10;Description automatically generated">
            <a:extLst>
              <a:ext uri="{FF2B5EF4-FFF2-40B4-BE49-F238E27FC236}">
                <a16:creationId xmlns:a16="http://schemas.microsoft.com/office/drawing/2014/main" id="{6A828DC8-8C55-8A1B-F0F1-8FEA548155F9}"/>
              </a:ext>
            </a:extLst>
          </p:cNvPr>
          <p:cNvPicPr>
            <a:picLocks noChangeAspect="1"/>
          </p:cNvPicPr>
          <p:nvPr/>
        </p:nvPicPr>
        <p:blipFill>
          <a:blip r:embed="rId2"/>
          <a:stretch>
            <a:fillRect/>
          </a:stretch>
        </p:blipFill>
        <p:spPr>
          <a:xfrm>
            <a:off x="771525" y="1824530"/>
            <a:ext cx="3324225" cy="3770915"/>
          </a:xfrm>
          <a:prstGeom prst="rect">
            <a:avLst/>
          </a:prstGeom>
        </p:spPr>
      </p:pic>
    </p:spTree>
    <p:extLst>
      <p:ext uri="{BB962C8B-B14F-4D97-AF65-F5344CB8AC3E}">
        <p14:creationId xmlns:p14="http://schemas.microsoft.com/office/powerpoint/2010/main" val="710623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32C6D-899C-D17A-8C8D-8C7D501BF6BA}"/>
              </a:ext>
            </a:extLst>
          </p:cNvPr>
          <p:cNvSpPr>
            <a:spLocks noGrp="1"/>
          </p:cNvSpPr>
          <p:nvPr>
            <p:ph type="title"/>
          </p:nvPr>
        </p:nvSpPr>
        <p:spPr/>
        <p:txBody>
          <a:bodyPr/>
          <a:lstStyle/>
          <a:p>
            <a:pPr algn="ctr"/>
            <a:r>
              <a:rPr lang="en-US" b="1" i="1" dirty="0">
                <a:solidFill>
                  <a:srgbClr val="FF0000"/>
                </a:solidFill>
                <a:latin typeface="IBM Plex Mono SemiBold"/>
              </a:rPr>
              <a:t>METHODOLOGY</a:t>
            </a:r>
            <a:endParaRPr lang="en-US" b="1" i="1" dirty="0">
              <a:solidFill>
                <a:srgbClr val="FF0000"/>
              </a:solidFill>
            </a:endParaRPr>
          </a:p>
        </p:txBody>
      </p:sp>
    </p:spTree>
    <p:extLst>
      <p:ext uri="{BB962C8B-B14F-4D97-AF65-F5344CB8AC3E}">
        <p14:creationId xmlns:p14="http://schemas.microsoft.com/office/powerpoint/2010/main" val="2321633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7230723" cy="1325563"/>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779875" y="1825625"/>
            <a:ext cx="10573925" cy="4351338"/>
          </a:xfrm>
        </p:spPr>
        <p:txBody>
          <a:bodyPr vert="horz" lIns="91440" tIns="45720" rIns="91440" bIns="45720" rtlCol="0" anchor="t">
            <a:normAutofit lnSpcReduction="10000"/>
          </a:bodyPr>
          <a:lstStyle/>
          <a:p>
            <a:r>
              <a:rPr lang="en-US" b="1" dirty="0">
                <a:latin typeface="IBM Plex Mono Text"/>
              </a:rPr>
              <a:t>Data collection</a:t>
            </a:r>
            <a:endParaRPr lang="en-US" b="1" dirty="0"/>
          </a:p>
          <a:p>
            <a:pPr marL="0" indent="0">
              <a:buNone/>
            </a:pPr>
            <a:endParaRPr lang="en-US" sz="2200" dirty="0">
              <a:latin typeface="IBM Plex Mono Text"/>
            </a:endParaRPr>
          </a:p>
          <a:p>
            <a:pPr marL="0" indent="0">
              <a:buNone/>
            </a:pPr>
            <a:r>
              <a:rPr sz="2200">
                <a:latin typeface="IBM Plex Mono Text"/>
              </a:rPr>
              <a:t>SpaceX data were obtained from two sources:</a:t>
            </a:r>
          </a:p>
          <a:p>
            <a:pPr marL="0" indent="0">
              <a:buNone/>
            </a:pPr>
            <a:endParaRPr lang="en-US" sz="2200" dirty="0">
              <a:latin typeface="IBM Plex Mono Text"/>
            </a:endParaRPr>
          </a:p>
          <a:p>
            <a:pPr lvl="1"/>
            <a:r>
              <a:rPr sz="2200">
                <a:latin typeface="IBM Plex Mono Text"/>
              </a:rPr>
              <a:t>SpaceX API (https://api.spacexdata.com/v4/rockets/).</a:t>
            </a:r>
          </a:p>
          <a:p>
            <a:pPr lvl="1"/>
            <a:r>
              <a:rPr sz="2200">
                <a:latin typeface="IBM Plex Mono Text"/>
              </a:rPr>
              <a:t>Web scraping (https://en.wikipedia.org/wiki/List_of_Falcon_9_and_Falcon_Heavy_launches)</a:t>
            </a:r>
            <a:endParaRPr lang="en-US" sz="2200" dirty="0"/>
          </a:p>
          <a:p>
            <a:pPr lvl="1"/>
            <a:endParaRPr lang="en-US" sz="2200" dirty="0">
              <a:latin typeface="IBM Plex Mono Text"/>
            </a:endParaRPr>
          </a:p>
          <a:p>
            <a:r>
              <a:rPr b="1">
                <a:latin typeface="IBM Plex Mono Text"/>
              </a:rPr>
              <a:t>Data wrangling</a:t>
            </a:r>
            <a:endParaRPr lang="en-US" b="1" dirty="0"/>
          </a:p>
          <a:p>
            <a:pPr marL="0" indent="0">
              <a:buNone/>
            </a:pPr>
            <a:endParaRPr lang="en-US" sz="2200" dirty="0">
              <a:latin typeface="IBM Plex Mono Text"/>
            </a:endParaRPr>
          </a:p>
          <a:p>
            <a:r>
              <a:rPr sz="2200">
                <a:latin typeface="IBM Plex Mono Text"/>
              </a:rPr>
              <a:t>Exploratory data analysis (EDA) using SQL and visualisation.</a:t>
            </a:r>
            <a:endParaRPr lang="en-US" sz="1800" dirty="0"/>
          </a:p>
        </p:txBody>
      </p:sp>
    </p:spTree>
    <p:extLst>
      <p:ext uri="{BB962C8B-B14F-4D97-AF65-F5344CB8AC3E}">
        <p14:creationId xmlns:p14="http://schemas.microsoft.com/office/powerpoint/2010/main" val="452859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7230723" cy="1325563"/>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marL="0" indent="0">
              <a:buNone/>
            </a:pPr>
            <a:r>
              <a:rPr sz="2200">
                <a:latin typeface="IBM Plex Mono Text"/>
              </a:rPr>
              <a:t>Analysis approach</a:t>
            </a:r>
            <a:endParaRPr lang="en-US" dirty="0">
              <a:latin typeface="IBM Plex Mono Text"/>
            </a:endParaRPr>
          </a:p>
          <a:p>
            <a:pPr marL="0" indent="0">
              <a:buNone/>
            </a:pPr>
            <a:endParaRPr lang="en-US">
              <a:latin typeface="IBM Plex Mono Text"/>
            </a:endParaRPr>
          </a:p>
          <a:p>
            <a:pPr marL="0" indent="0">
              <a:buNone/>
            </a:pPr>
            <a:r>
              <a:rPr sz="2200">
                <a:latin typeface="IBM Plex Mono Text"/>
              </a:rPr>
              <a:t>• Interactive visual analytics using Folium and Plotly Dash</a:t>
            </a:r>
            <a:endParaRPr lang="en-US" dirty="0">
              <a:latin typeface="IBM Plex Mono Text"/>
            </a:endParaRPr>
          </a:p>
          <a:p>
            <a:pPr marL="0" indent="0">
              <a:buNone/>
            </a:pPr>
            <a:r>
              <a:rPr sz="2200">
                <a:latin typeface="IBM Plex Mono Text"/>
              </a:rPr>
              <a:t>• Predictive analysis using classification models</a:t>
            </a:r>
            <a:endParaRPr lang="en-US">
              <a:latin typeface="IBM Plex Mono Text"/>
            </a:endParaRPr>
          </a:p>
          <a:p>
            <a:pPr marL="0" indent="0">
              <a:buNone/>
            </a:pPr>
            <a:endParaRPr lang="en-US" sz="2200" dirty="0">
              <a:latin typeface="IBM Plex Mono Text"/>
            </a:endParaRPr>
          </a:p>
          <a:p>
            <a:pPr marL="0" indent="0">
              <a:buNone/>
            </a:pPr>
            <a:r>
              <a:rPr sz="2200">
                <a:latin typeface="IBM Plex Mono Text"/>
              </a:rPr>
              <a:t>The data collected up to this point were normalised, divided into training and test datasets, and evaluated using four different classification models. The accuracy of each model was evaluated using different parameters.</a:t>
            </a:r>
            <a:endParaRPr lang="en-US" dirty="0">
              <a:latin typeface="IBM Plex Mono Text"/>
            </a:endParaRPr>
          </a:p>
        </p:txBody>
      </p:sp>
    </p:spTree>
    <p:extLst>
      <p:ext uri="{BB962C8B-B14F-4D97-AF65-F5344CB8AC3E}">
        <p14:creationId xmlns:p14="http://schemas.microsoft.com/office/powerpoint/2010/main" val="526857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7230723" cy="1325563"/>
          </a:xfrm>
        </p:spPr>
        <p:txBody>
          <a:bodyPr anchor="ctr">
            <a:normAutofit/>
          </a:bodyPr>
          <a:lstStyle/>
          <a:p>
            <a:r>
              <a:rPr lang="en-US" dirty="0">
                <a:latin typeface="IBM Plex Mono SemiBold"/>
              </a:rPr>
              <a:t>DATA COLLECTION</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42949" y="2064857"/>
            <a:ext cx="10510851" cy="4112106"/>
          </a:xfrm>
        </p:spPr>
        <p:txBody>
          <a:bodyPr vert="horz" lIns="91440" tIns="45720" rIns="91440" bIns="45720" rtlCol="0" anchor="t">
            <a:normAutofit/>
          </a:bodyPr>
          <a:lstStyle/>
          <a:p>
            <a:pPr marL="0" indent="0">
              <a:buNone/>
            </a:pPr>
            <a:r>
              <a:rPr sz="2200">
                <a:latin typeface="IBM Plex Mono Text"/>
              </a:rPr>
              <a:t>• SpaceX API (https://api.spacexdata.com/v4/rockets/)</a:t>
            </a:r>
            <a:endParaRPr lang="en-US" dirty="0">
              <a:latin typeface="IBM Plex Mono Text"/>
            </a:endParaRPr>
          </a:p>
          <a:p>
            <a:pPr marL="0" indent="0">
              <a:buNone/>
            </a:pPr>
            <a:endParaRPr lang="en-US" sz="2200" dirty="0">
              <a:latin typeface="IBM Plex Mono Text"/>
            </a:endParaRPr>
          </a:p>
          <a:p>
            <a:pPr marL="0" indent="0">
              <a:buNone/>
            </a:pPr>
            <a:r>
              <a:rPr lang="en-US" sz="2200" dirty="0">
                <a:latin typeface="IBM Plex Mono Text"/>
              </a:rPr>
              <a:t>• Wikipedia</a:t>
            </a:r>
            <a:endParaRPr lang="en-US" dirty="0"/>
          </a:p>
          <a:p>
            <a:pPr>
              <a:buNone/>
            </a:pPr>
            <a:r>
              <a:rPr lang="en-US" sz="2200" dirty="0">
                <a:latin typeface="IBM Plex Mono Text"/>
                <a:hlinkClick r:id="" action="ppaction://noaction"/>
              </a:rPr>
              <a:t>( https://en.wikipedia.org/wiki/List_of_Falcon/_9/_and_Falcon_Heavy_launches</a:t>
            </a:r>
            <a:r>
              <a:rPr lang="en-US" sz="2200" dirty="0">
                <a:latin typeface="IBM Plex Mono Text"/>
              </a:rPr>
              <a:t> ),</a:t>
            </a:r>
            <a:endParaRPr lang="en-US" dirty="0"/>
          </a:p>
          <a:p>
            <a:pPr marL="0" indent="0">
              <a:buNone/>
            </a:pPr>
            <a:r>
              <a:rPr sz="2200">
                <a:latin typeface="IBM Plex Mono Text"/>
              </a:rPr>
              <a:t>using web scraping techniques.</a:t>
            </a:r>
            <a:endParaRPr lang="en-US" dirty="0"/>
          </a:p>
        </p:txBody>
      </p:sp>
    </p:spTree>
    <p:extLst>
      <p:ext uri="{BB962C8B-B14F-4D97-AF65-F5344CB8AC3E}">
        <p14:creationId xmlns:p14="http://schemas.microsoft.com/office/powerpoint/2010/main" val="3661708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7230723" cy="1325563"/>
          </a:xfrm>
        </p:spPr>
        <p:txBody>
          <a:bodyPr anchor="ctr">
            <a:normAutofit/>
          </a:bodyPr>
          <a:lstStyle/>
          <a:p>
            <a:r>
              <a:rPr>
                <a:latin typeface="IBM Plex Mono SemiBold"/>
              </a:rPr>
              <a:t>SPACEX API</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784845" y="1967739"/>
            <a:ext cx="6146368" cy="3701224"/>
          </a:xfrm>
        </p:spPr>
        <p:txBody>
          <a:bodyPr vert="horz" lIns="91440" tIns="45720" rIns="91440" bIns="45720" rtlCol="0" anchor="t">
            <a:normAutofit/>
          </a:bodyPr>
          <a:lstStyle/>
          <a:p>
            <a:pPr>
              <a:buNone/>
            </a:pPr>
            <a:r>
              <a:rPr sz="2200">
                <a:latin typeface="IBM Plex Mono Text"/>
              </a:rPr>
              <a:t>• SpaceX offers a public API</a:t>
            </a:r>
            <a:endParaRPr lang="en-US" sz="2200"/>
          </a:p>
          <a:p>
            <a:pPr>
              <a:buNone/>
            </a:pPr>
            <a:r>
              <a:rPr lang="en-US" sz="2200" dirty="0">
                <a:latin typeface="IBM Plex Mono Text"/>
              </a:rPr>
              <a:t>• This API was used according to the</a:t>
            </a:r>
            <a:endParaRPr lang="en-US" dirty="0"/>
          </a:p>
          <a:p>
            <a:pPr>
              <a:buNone/>
            </a:pPr>
            <a:r>
              <a:rPr sz="2200">
                <a:latin typeface="IBM Plex Mono Text"/>
              </a:rPr>
              <a:t>flowchart shown here</a:t>
            </a:r>
          </a:p>
          <a:p>
            <a:pPr>
              <a:buNone/>
            </a:pPr>
            <a:endParaRPr lang="en-US" sz="2200" dirty="0"/>
          </a:p>
          <a:p>
            <a:pPr>
              <a:buNone/>
            </a:pPr>
            <a:r>
              <a:rPr lang="en-US" sz="1600" dirty="0">
                <a:latin typeface="IBM Plex Mono Text"/>
              </a:rPr>
              <a:t>• </a:t>
            </a:r>
            <a:r>
              <a:rPr lang="en-US" sz="2200" dirty="0">
                <a:latin typeface="IBM Plex Mono Text"/>
              </a:rPr>
              <a:t>Source code</a:t>
            </a:r>
            <a:r>
              <a:rPr lang="en-US" sz="1600" dirty="0">
                <a:latin typeface="IBM Plex Mono Text"/>
              </a:rPr>
              <a:t>: </a:t>
            </a:r>
            <a:endParaRPr lang="en-US" sz="1600"/>
          </a:p>
          <a:p>
            <a:pPr>
              <a:buNone/>
            </a:pPr>
            <a:r>
              <a:rPr lang="en-US" sz="1600" dirty="0">
                <a:latin typeface="IBM Plex Mono Text"/>
                <a:hlinkClick r:id="rId2"/>
              </a:rPr>
              <a:t>https://github.com/MatteoMel1985/Applied-Data-Science-Capstone/blob/main/Hands-on%20Lab%20Complete%20the%20Data%20Collection%20API%20Lab.ipynb</a:t>
            </a:r>
            <a:endParaRPr lang="en-US" sz="1600"/>
          </a:p>
        </p:txBody>
      </p:sp>
      <p:sp>
        <p:nvSpPr>
          <p:cNvPr id="7" name="Rectangle: Rounded Corners 6">
            <a:extLst>
              <a:ext uri="{FF2B5EF4-FFF2-40B4-BE49-F238E27FC236}">
                <a16:creationId xmlns:a16="http://schemas.microsoft.com/office/drawing/2014/main" id="{2F399E6E-2A6C-D383-7C54-1D48BD895188}"/>
              </a:ext>
            </a:extLst>
          </p:cNvPr>
          <p:cNvSpPr/>
          <p:nvPr/>
        </p:nvSpPr>
        <p:spPr>
          <a:xfrm>
            <a:off x="8307293" y="1707029"/>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sz="1200"/>
              <a:t>Request the API and parse the SpaceX launch data</a:t>
            </a:r>
            <a:endParaRPr lang="en-US" sz="1200" dirty="0"/>
          </a:p>
        </p:txBody>
      </p:sp>
      <p:sp>
        <p:nvSpPr>
          <p:cNvPr id="9" name="Rectangle: Rounded Corners 8">
            <a:extLst>
              <a:ext uri="{FF2B5EF4-FFF2-40B4-BE49-F238E27FC236}">
                <a16:creationId xmlns:a16="http://schemas.microsoft.com/office/drawing/2014/main" id="{220D1ECB-0961-C2FE-B109-18D656517D41}"/>
              </a:ext>
            </a:extLst>
          </p:cNvPr>
          <p:cNvSpPr/>
          <p:nvPr/>
        </p:nvSpPr>
        <p:spPr>
          <a:xfrm>
            <a:off x="8307293" y="3163794"/>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1" algn="ctr"/>
            <a:endParaRPr lang="en-US" sz="1200" dirty="0"/>
          </a:p>
          <a:p>
            <a:pPr algn="ctr"/>
            <a:r>
              <a:rPr lang="en-US" sz="1200" dirty="0">
                <a:ea typeface="+mn-lt"/>
                <a:cs typeface="+mn-lt"/>
              </a:rPr>
              <a:t>Filter data to include only</a:t>
            </a:r>
            <a:endParaRPr lang="en-US" sz="1200" dirty="0"/>
          </a:p>
          <a:p>
            <a:pPr algn="ctr"/>
            <a:r>
              <a:rPr lang="en-US" sz="1200" dirty="0">
                <a:ea typeface="+mn-lt"/>
                <a:cs typeface="+mn-lt"/>
              </a:rPr>
              <a:t>Falcon 9</a:t>
            </a:r>
            <a:endParaRPr lang="en-US" sz="1200" dirty="0"/>
          </a:p>
          <a:p>
            <a:pPr algn="ctr"/>
            <a:r>
              <a:rPr lang="en-US" sz="1200" dirty="0">
                <a:ea typeface="+mn-lt"/>
                <a:cs typeface="+mn-lt"/>
              </a:rPr>
              <a:t>launches</a:t>
            </a:r>
            <a:endParaRPr lang="en-US" sz="1200" dirty="0"/>
          </a:p>
          <a:p>
            <a:pPr algn="ctr"/>
            <a:endParaRPr lang="en-US" sz="1600" dirty="0"/>
          </a:p>
        </p:txBody>
      </p:sp>
      <p:sp>
        <p:nvSpPr>
          <p:cNvPr id="11" name="Rectangle: Rounded Corners 10">
            <a:extLst>
              <a:ext uri="{FF2B5EF4-FFF2-40B4-BE49-F238E27FC236}">
                <a16:creationId xmlns:a16="http://schemas.microsoft.com/office/drawing/2014/main" id="{B7623308-B0DE-FCB6-B74F-63390E54CDA7}"/>
              </a:ext>
            </a:extLst>
          </p:cNvPr>
          <p:cNvSpPr/>
          <p:nvPr/>
        </p:nvSpPr>
        <p:spPr>
          <a:xfrm>
            <a:off x="8307293" y="4628028"/>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ea typeface="+mn-lt"/>
                <a:cs typeface="+mn-lt"/>
              </a:rPr>
              <a:t>Deal with missing values</a:t>
            </a:r>
            <a:endParaRPr lang="en-US" sz="1200" dirty="0"/>
          </a:p>
        </p:txBody>
      </p:sp>
      <p:sp>
        <p:nvSpPr>
          <p:cNvPr id="14" name="Arrow: Down 13">
            <a:extLst>
              <a:ext uri="{FF2B5EF4-FFF2-40B4-BE49-F238E27FC236}">
                <a16:creationId xmlns:a16="http://schemas.microsoft.com/office/drawing/2014/main" id="{DE49A938-7874-5C59-8AC5-FC55F9662A06}"/>
              </a:ext>
            </a:extLst>
          </p:cNvPr>
          <p:cNvSpPr/>
          <p:nvPr/>
        </p:nvSpPr>
        <p:spPr>
          <a:xfrm>
            <a:off x="9106647" y="2667000"/>
            <a:ext cx="306294" cy="49305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5B4CE959-5750-79B0-C3E7-61B76FE3ED1D}"/>
              </a:ext>
            </a:extLst>
          </p:cNvPr>
          <p:cNvSpPr/>
          <p:nvPr/>
        </p:nvSpPr>
        <p:spPr>
          <a:xfrm>
            <a:off x="9106647" y="4131235"/>
            <a:ext cx="306294" cy="49305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1600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7782-6BC2-984D-A14D-12A95F15331D}"/>
              </a:ext>
            </a:extLst>
          </p:cNvPr>
          <p:cNvSpPr>
            <a:spLocks noGrp="1"/>
          </p:cNvSpPr>
          <p:nvPr>
            <p:ph type="title"/>
          </p:nvPr>
        </p:nvSpPr>
        <p:spPr/>
        <p:txBody>
          <a:bodyPr/>
          <a:lstStyle/>
          <a:p>
            <a:r>
              <a:rPr lang="en-US" dirty="0">
                <a:latin typeface="IBM Plex Mono SemiBold"/>
              </a:rPr>
              <a:t>WEB SCRAPING</a:t>
            </a:r>
            <a:endParaRPr lang="en-US" dirty="0"/>
          </a:p>
        </p:txBody>
      </p:sp>
      <p:sp>
        <p:nvSpPr>
          <p:cNvPr id="3" name="Content Placeholder 2">
            <a:extLst>
              <a:ext uri="{FF2B5EF4-FFF2-40B4-BE49-F238E27FC236}">
                <a16:creationId xmlns:a16="http://schemas.microsoft.com/office/drawing/2014/main" id="{1A884BF9-640E-2671-5091-D8F14F854DDC}"/>
              </a:ext>
            </a:extLst>
          </p:cNvPr>
          <p:cNvSpPr>
            <a:spLocks noGrp="1"/>
          </p:cNvSpPr>
          <p:nvPr>
            <p:ph sz="half" idx="1"/>
          </p:nvPr>
        </p:nvSpPr>
        <p:spPr/>
        <p:txBody>
          <a:bodyPr vert="horz" lIns="91440" tIns="45720" rIns="91440" bIns="45720" rtlCol="0" anchor="t">
            <a:normAutofit/>
          </a:bodyPr>
          <a:lstStyle/>
          <a:p>
            <a:r>
              <a:rPr sz="2200">
                <a:latin typeface="IBM Plex Mono Text"/>
              </a:rPr>
              <a:t>SpaceX launch data_x000B_can also be obtained from_x000B_Wikipedia;</a:t>
            </a:r>
            <a:endParaRPr lang="en-US" sz="2200"/>
          </a:p>
          <a:p>
            <a:r>
              <a:rPr sz="2200">
                <a:latin typeface="IBM Plex Mono Text"/>
              </a:rPr>
              <a:t>Data were downloaded from_x000B_Wikipedia and processed as follows</a:t>
            </a:r>
          </a:p>
          <a:p>
            <a:endParaRPr lang="en-US" sz="2200" dirty="0"/>
          </a:p>
          <a:p>
            <a:r>
              <a:rPr lang="en-US" sz="2200" dirty="0">
                <a:latin typeface="IBM Plex Mono Text"/>
              </a:rPr>
              <a:t>Source code:</a:t>
            </a:r>
          </a:p>
          <a:p>
            <a:pPr>
              <a:buNone/>
            </a:pPr>
            <a:r>
              <a:rPr lang="en-US" sz="1600" dirty="0">
                <a:latin typeface="IBM Plex Mono Text"/>
                <a:hlinkClick r:id="rId2"/>
              </a:rPr>
              <a:t>https://github.com/MatteoMel1985/Applied-Data-Science-Capstone/blob/main/jupyter-labs-webscraping.ipynb</a:t>
            </a:r>
            <a:endParaRPr lang="en-US" sz="1600"/>
          </a:p>
        </p:txBody>
      </p:sp>
      <p:sp>
        <p:nvSpPr>
          <p:cNvPr id="6" name="Rectangle: Rounded Corners 5">
            <a:extLst>
              <a:ext uri="{FF2B5EF4-FFF2-40B4-BE49-F238E27FC236}">
                <a16:creationId xmlns:a16="http://schemas.microsoft.com/office/drawing/2014/main" id="{66A2A8E1-13BE-FD63-812B-495EC936CAE0}"/>
              </a:ext>
            </a:extLst>
          </p:cNvPr>
          <p:cNvSpPr/>
          <p:nvPr/>
        </p:nvSpPr>
        <p:spPr>
          <a:xfrm>
            <a:off x="8307293" y="1707029"/>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sz="1200"/>
              <a:t>Request the Falcon 9</a:t>
            </a:r>
            <a:endParaRPr lang="en-US" sz="1200"/>
          </a:p>
          <a:p>
            <a:pPr algn="ctr"/>
            <a:r>
              <a:rPr sz="1200"/>
              <a:t>launch Wiki page</a:t>
            </a:r>
            <a:endParaRPr lang="en-US" sz="1200" dirty="0"/>
          </a:p>
        </p:txBody>
      </p:sp>
      <p:sp>
        <p:nvSpPr>
          <p:cNvPr id="8" name="Rectangle: Rounded Corners 7">
            <a:extLst>
              <a:ext uri="{FF2B5EF4-FFF2-40B4-BE49-F238E27FC236}">
                <a16:creationId xmlns:a16="http://schemas.microsoft.com/office/drawing/2014/main" id="{E6911CA1-879E-1DDF-A963-6C11680E91C2}"/>
              </a:ext>
            </a:extLst>
          </p:cNvPr>
          <p:cNvSpPr/>
          <p:nvPr/>
        </p:nvSpPr>
        <p:spPr>
          <a:xfrm>
            <a:off x="8307293" y="3163794"/>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1" algn="ctr"/>
            <a:endParaRPr lang="en-US" dirty="0"/>
          </a:p>
          <a:p>
            <a:pPr algn="ctr"/>
            <a:r>
              <a:rPr sz="1200"/>
              <a:t>Extract all column and variable</a:t>
            </a:r>
            <a:endParaRPr lang="en-US" sz="1200"/>
          </a:p>
          <a:p>
            <a:pPr algn="ctr"/>
            <a:r>
              <a:rPr lang="en-US" sz="1200" dirty="0">
                <a:ea typeface="+mn-lt"/>
                <a:cs typeface="+mn-lt"/>
              </a:rPr>
              <a:t>names from the HTML</a:t>
            </a:r>
            <a:endParaRPr lang="en-US" sz="1200"/>
          </a:p>
          <a:p>
            <a:pPr algn="ctr"/>
            <a:r>
              <a:rPr lang="en-US" sz="1200" dirty="0">
                <a:ea typeface="+mn-lt"/>
                <a:cs typeface="+mn-lt"/>
              </a:rPr>
              <a:t>table header</a:t>
            </a:r>
            <a:endParaRPr lang="en-US" sz="1200" dirty="0"/>
          </a:p>
          <a:p>
            <a:pPr algn="ctr"/>
            <a:endParaRPr lang="en-US" sz="1600" dirty="0"/>
          </a:p>
        </p:txBody>
      </p:sp>
      <p:sp>
        <p:nvSpPr>
          <p:cNvPr id="10" name="Rectangle: Rounded Corners 9">
            <a:extLst>
              <a:ext uri="{FF2B5EF4-FFF2-40B4-BE49-F238E27FC236}">
                <a16:creationId xmlns:a16="http://schemas.microsoft.com/office/drawing/2014/main" id="{4567AEDC-5D29-F16F-01EB-DD3D821B8891}"/>
              </a:ext>
            </a:extLst>
          </p:cNvPr>
          <p:cNvSpPr/>
          <p:nvPr/>
        </p:nvSpPr>
        <p:spPr>
          <a:xfrm>
            <a:off x="8307293" y="4628028"/>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ea typeface="+mn-lt"/>
                <a:cs typeface="+mn-lt"/>
              </a:rPr>
              <a:t>Create a data frame by</a:t>
            </a:r>
            <a:endParaRPr lang="en-US" sz="1200"/>
          </a:p>
          <a:p>
            <a:pPr algn="ctr"/>
            <a:r>
              <a:rPr lang="en-US" sz="1200" dirty="0">
                <a:ea typeface="+mn-lt"/>
                <a:cs typeface="+mn-lt"/>
              </a:rPr>
              <a:t>parsing the launch HTML</a:t>
            </a:r>
            <a:endParaRPr lang="en-US" sz="1200"/>
          </a:p>
          <a:p>
            <a:pPr algn="ctr"/>
            <a:r>
              <a:rPr lang="en-US" sz="1200" dirty="0">
                <a:ea typeface="+mn-lt"/>
                <a:cs typeface="+mn-lt"/>
              </a:rPr>
              <a:t>tables</a:t>
            </a:r>
            <a:endParaRPr lang="en-US" sz="1200" dirty="0"/>
          </a:p>
        </p:txBody>
      </p:sp>
      <p:sp>
        <p:nvSpPr>
          <p:cNvPr id="12" name="Arrow: Down 11">
            <a:extLst>
              <a:ext uri="{FF2B5EF4-FFF2-40B4-BE49-F238E27FC236}">
                <a16:creationId xmlns:a16="http://schemas.microsoft.com/office/drawing/2014/main" id="{926B5BBA-A90D-C78F-E393-4A8A46C270CF}"/>
              </a:ext>
            </a:extLst>
          </p:cNvPr>
          <p:cNvSpPr/>
          <p:nvPr/>
        </p:nvSpPr>
        <p:spPr>
          <a:xfrm>
            <a:off x="9106647" y="2667000"/>
            <a:ext cx="306294" cy="49305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77BE4696-AE5C-86E1-9480-205E4AE752C4}"/>
              </a:ext>
            </a:extLst>
          </p:cNvPr>
          <p:cNvSpPr/>
          <p:nvPr/>
        </p:nvSpPr>
        <p:spPr>
          <a:xfrm>
            <a:off x="9106647" y="4131235"/>
            <a:ext cx="306294" cy="49305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8955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7782-6BC2-984D-A14D-12A95F15331D}"/>
              </a:ext>
            </a:extLst>
          </p:cNvPr>
          <p:cNvSpPr>
            <a:spLocks noGrp="1"/>
          </p:cNvSpPr>
          <p:nvPr>
            <p:ph type="title"/>
          </p:nvPr>
        </p:nvSpPr>
        <p:spPr/>
        <p:txBody>
          <a:bodyPr/>
          <a:lstStyle/>
          <a:p>
            <a:r>
              <a:rPr lang="en-US">
                <a:latin typeface="IBM Plex Mono SemiBold"/>
              </a:rPr>
              <a:t>DATA WRANGLING</a:t>
            </a:r>
            <a:endParaRPr lang="en-US" dirty="0"/>
          </a:p>
        </p:txBody>
      </p:sp>
      <p:sp>
        <p:nvSpPr>
          <p:cNvPr id="3" name="Content Placeholder 2">
            <a:extLst>
              <a:ext uri="{FF2B5EF4-FFF2-40B4-BE49-F238E27FC236}">
                <a16:creationId xmlns:a16="http://schemas.microsoft.com/office/drawing/2014/main" id="{1A884BF9-640E-2671-5091-D8F14F854DDC}"/>
              </a:ext>
            </a:extLst>
          </p:cNvPr>
          <p:cNvSpPr>
            <a:spLocks noGrp="1"/>
          </p:cNvSpPr>
          <p:nvPr>
            <p:ph sz="half" idx="1"/>
          </p:nvPr>
        </p:nvSpPr>
        <p:spPr>
          <a:xfrm>
            <a:off x="838200" y="1825625"/>
            <a:ext cx="10515599" cy="3066398"/>
          </a:xfrm>
        </p:spPr>
        <p:txBody>
          <a:bodyPr vert="horz" lIns="91440" tIns="45720" rIns="91440" bIns="45720" rtlCol="0" anchor="t">
            <a:normAutofit fontScale="92500" lnSpcReduction="20000"/>
          </a:bodyPr>
          <a:lstStyle/>
          <a:p>
            <a:pPr>
              <a:buNone/>
            </a:pPr>
            <a:r>
              <a:rPr sz="2200">
                <a:latin typeface="IBM Plex Mono Text"/>
              </a:rPr>
              <a:t>• Initially, exploratory data analysis (EDA) was performed on the dataset.</a:t>
            </a:r>
            <a:endParaRPr lang="en-US" dirty="0"/>
          </a:p>
          <a:p>
            <a:pPr>
              <a:buNone/>
            </a:pPr>
            <a:endParaRPr lang="en-US" sz="2200" dirty="0"/>
          </a:p>
          <a:p>
            <a:pPr marL="0" indent="0">
              <a:buNone/>
            </a:pPr>
            <a:r>
              <a:rPr sz="2200">
                <a:latin typeface="IBM Plex Mono Text"/>
              </a:rPr>
              <a:t>• Then, launches per site, occurrences of each orbit, and mission outcomes per orbit type were calculated.</a:t>
            </a:r>
            <a:endParaRPr lang="en-US" dirty="0"/>
          </a:p>
          <a:p>
            <a:pPr>
              <a:buNone/>
            </a:pPr>
            <a:endParaRPr lang="en-US" sz="2200" dirty="0"/>
          </a:p>
          <a:p>
            <a:pPr marL="0" indent="0">
              <a:buNone/>
            </a:pPr>
            <a:r>
              <a:rPr lang="en-US" sz="2200" dirty="0">
                <a:latin typeface="IBM Plex Mono Text"/>
              </a:rPr>
              <a:t>• Finally, the Landing Outcome label was created from the Outcome column.</a:t>
            </a:r>
            <a:endParaRPr lang="en-US" dirty="0"/>
          </a:p>
          <a:p>
            <a:endParaRPr lang="en-US" sz="2200" dirty="0"/>
          </a:p>
          <a:p>
            <a:r>
              <a:rPr lang="en-US" sz="2200" dirty="0">
                <a:latin typeface="IBM Plex Mono Text"/>
              </a:rPr>
              <a:t>Source code:</a:t>
            </a:r>
          </a:p>
          <a:p>
            <a:pPr>
              <a:buNone/>
            </a:pPr>
            <a:r>
              <a:rPr lang="en-US" sz="1600" dirty="0">
                <a:latin typeface="IBM Plex Mono Text"/>
                <a:hlinkClick r:id="rId2"/>
              </a:rPr>
              <a:t>https://github.com/MatteoMel1985/Applied-Data-Science-Capstone/blob/main/Data%20Wrangling%20Overview.ipynb</a:t>
            </a:r>
            <a:endParaRPr lang="en-US"/>
          </a:p>
        </p:txBody>
      </p:sp>
      <p:sp>
        <p:nvSpPr>
          <p:cNvPr id="6" name="Rectangle: Rounded Corners 5">
            <a:extLst>
              <a:ext uri="{FF2B5EF4-FFF2-40B4-BE49-F238E27FC236}">
                <a16:creationId xmlns:a16="http://schemas.microsoft.com/office/drawing/2014/main" id="{66A2A8E1-13BE-FD63-812B-495EC936CAE0}"/>
              </a:ext>
            </a:extLst>
          </p:cNvPr>
          <p:cNvSpPr/>
          <p:nvPr/>
        </p:nvSpPr>
        <p:spPr>
          <a:xfrm>
            <a:off x="2218763" y="5210734"/>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ea typeface="+mn-lt"/>
                <a:cs typeface="+mn-lt"/>
              </a:rPr>
              <a:t>EDA</a:t>
            </a:r>
            <a:endParaRPr lang="en-US" dirty="0"/>
          </a:p>
        </p:txBody>
      </p:sp>
      <p:sp>
        <p:nvSpPr>
          <p:cNvPr id="8" name="Rectangle: Rounded Corners 7">
            <a:extLst>
              <a:ext uri="{FF2B5EF4-FFF2-40B4-BE49-F238E27FC236}">
                <a16:creationId xmlns:a16="http://schemas.microsoft.com/office/drawing/2014/main" id="{E6911CA1-879E-1DDF-A963-6C11680E91C2}"/>
              </a:ext>
            </a:extLst>
          </p:cNvPr>
          <p:cNvSpPr/>
          <p:nvPr/>
        </p:nvSpPr>
        <p:spPr>
          <a:xfrm>
            <a:off x="4833469" y="5210735"/>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1" algn="ctr"/>
            <a:endParaRPr lang="en-US" dirty="0"/>
          </a:p>
          <a:p>
            <a:pPr algn="ctr"/>
            <a:r>
              <a:rPr lang="en-US" sz="1200" dirty="0">
                <a:ea typeface="+mn-lt"/>
                <a:cs typeface="+mn-lt"/>
              </a:rPr>
              <a:t>Summarisation</a:t>
            </a:r>
            <a:endParaRPr lang="en-US" dirty="0"/>
          </a:p>
          <a:p>
            <a:pPr algn="ctr"/>
            <a:endParaRPr lang="en-US" sz="1600" dirty="0"/>
          </a:p>
        </p:txBody>
      </p:sp>
      <p:sp>
        <p:nvSpPr>
          <p:cNvPr id="10" name="Rectangle: Rounded Corners 9">
            <a:extLst>
              <a:ext uri="{FF2B5EF4-FFF2-40B4-BE49-F238E27FC236}">
                <a16:creationId xmlns:a16="http://schemas.microsoft.com/office/drawing/2014/main" id="{4567AEDC-5D29-F16F-01EB-DD3D821B8891}"/>
              </a:ext>
            </a:extLst>
          </p:cNvPr>
          <p:cNvSpPr/>
          <p:nvPr/>
        </p:nvSpPr>
        <p:spPr>
          <a:xfrm>
            <a:off x="7448175" y="5210734"/>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ea typeface="+mn-lt"/>
                <a:cs typeface="+mn-lt"/>
              </a:rPr>
              <a:t>Creation of Landing Outcome label</a:t>
            </a:r>
            <a:endParaRPr lang="en-US" dirty="0"/>
          </a:p>
        </p:txBody>
      </p:sp>
      <p:sp>
        <p:nvSpPr>
          <p:cNvPr id="4" name="Arrow: Right 3">
            <a:extLst>
              <a:ext uri="{FF2B5EF4-FFF2-40B4-BE49-F238E27FC236}">
                <a16:creationId xmlns:a16="http://schemas.microsoft.com/office/drawing/2014/main" id="{312C96A3-9026-DDA3-E83B-2F1F77F3E0F5}"/>
              </a:ext>
            </a:extLst>
          </p:cNvPr>
          <p:cNvSpPr/>
          <p:nvPr/>
        </p:nvSpPr>
        <p:spPr>
          <a:xfrm>
            <a:off x="4142441" y="5576793"/>
            <a:ext cx="687294" cy="2465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DCB811B1-6B72-6E72-B212-F23DE6ABF4DB}"/>
              </a:ext>
            </a:extLst>
          </p:cNvPr>
          <p:cNvSpPr/>
          <p:nvPr/>
        </p:nvSpPr>
        <p:spPr>
          <a:xfrm>
            <a:off x="6757147" y="5569322"/>
            <a:ext cx="687294" cy="2465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8756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7782-6BC2-984D-A14D-12A95F15331D}"/>
              </a:ext>
            </a:extLst>
          </p:cNvPr>
          <p:cNvSpPr>
            <a:spLocks noGrp="1"/>
          </p:cNvSpPr>
          <p:nvPr>
            <p:ph type="title"/>
          </p:nvPr>
        </p:nvSpPr>
        <p:spPr/>
        <p:txBody>
          <a:bodyPr/>
          <a:lstStyle/>
          <a:p>
            <a:r>
              <a:rPr lang="en-US" dirty="0">
                <a:latin typeface="IBM Plex Mono SemiBold"/>
              </a:rPr>
              <a:t>EDA WITH SQL</a:t>
            </a:r>
            <a:endParaRPr lang="en-US" dirty="0"/>
          </a:p>
        </p:txBody>
      </p:sp>
      <p:sp>
        <p:nvSpPr>
          <p:cNvPr id="3" name="Content Placeholder 2">
            <a:extLst>
              <a:ext uri="{FF2B5EF4-FFF2-40B4-BE49-F238E27FC236}">
                <a16:creationId xmlns:a16="http://schemas.microsoft.com/office/drawing/2014/main" id="{1A884BF9-640E-2671-5091-D8F14F854DDC}"/>
              </a:ext>
            </a:extLst>
          </p:cNvPr>
          <p:cNvSpPr>
            <a:spLocks noGrp="1"/>
          </p:cNvSpPr>
          <p:nvPr>
            <p:ph sz="half" idx="1"/>
          </p:nvPr>
        </p:nvSpPr>
        <p:spPr>
          <a:xfrm>
            <a:off x="838200" y="1825625"/>
            <a:ext cx="10358717" cy="4448456"/>
          </a:xfrm>
        </p:spPr>
        <p:txBody>
          <a:bodyPr vert="horz" lIns="91440" tIns="45720" rIns="91440" bIns="45720" rtlCol="0" anchor="t">
            <a:normAutofit/>
          </a:bodyPr>
          <a:lstStyle/>
          <a:p>
            <a:pPr>
              <a:buNone/>
            </a:pPr>
            <a:r>
              <a:rPr lang="en-US" sz="2200" dirty="0">
                <a:latin typeface="IBM Plex Mono Text"/>
              </a:rPr>
              <a:t>• SQL queries were performed in order to study the data (see source code). Among them:</a:t>
            </a:r>
            <a:endParaRPr lang="en-US" dirty="0"/>
          </a:p>
          <a:p>
            <a:pPr>
              <a:buNone/>
            </a:pPr>
            <a:r>
              <a:rPr sz="2200">
                <a:latin typeface="IBM Plex Mono Text"/>
              </a:rPr>
              <a:t>• Total number of successful and failed mission outcomes;</a:t>
            </a:r>
            <a:endParaRPr lang="en-US" dirty="0">
              <a:latin typeface="IBM Plex Mono Text"/>
            </a:endParaRPr>
          </a:p>
          <a:p>
            <a:pPr>
              <a:buNone/>
            </a:pPr>
            <a:r>
              <a:rPr sz="2200">
                <a:latin typeface="IBM Plex Mono Text"/>
              </a:rPr>
              <a:t>• Failed landing outcomes on drone ships, their booster versions, and launch site names in 2015;</a:t>
            </a:r>
            <a:endParaRPr lang="en-US"/>
          </a:p>
          <a:p>
            <a:pPr>
              <a:buNone/>
            </a:pPr>
            <a:r>
              <a:rPr sz="2200">
                <a:latin typeface="IBM Plex Mono Text"/>
              </a:rPr>
              <a:t>• Ranking of landing outcome counts, such as Failure (drone ship) or Success (ground pad), between 2010-06-04 and 2017-03-20.</a:t>
            </a:r>
            <a:endParaRPr lang="en-US" dirty="0">
              <a:latin typeface="IBM Plex Mono Text"/>
            </a:endParaRPr>
          </a:p>
          <a:p>
            <a:endParaRPr lang="en-US" sz="2200" dirty="0"/>
          </a:p>
          <a:p>
            <a:r>
              <a:rPr lang="en-US" sz="2200" dirty="0">
                <a:latin typeface="IBM Plex Mono Text"/>
              </a:rPr>
              <a:t>Source code:</a:t>
            </a:r>
          </a:p>
          <a:p>
            <a:pPr>
              <a:buNone/>
            </a:pPr>
            <a:r>
              <a:rPr lang="en-US" sz="1600" dirty="0">
                <a:latin typeface="IBM Plex Mono Text"/>
                <a:hlinkClick r:id="rId2"/>
              </a:rPr>
              <a:t>https://github.com/MatteoMel1985/Applied-Data-Science-Capstone/blob/main/Complete%20the%20EDA%20with%20SQL.ipynb</a:t>
            </a:r>
            <a:endParaRPr lang="en-US"/>
          </a:p>
        </p:txBody>
      </p:sp>
    </p:spTree>
    <p:extLst>
      <p:ext uri="{BB962C8B-B14F-4D97-AF65-F5344CB8AC3E}">
        <p14:creationId xmlns:p14="http://schemas.microsoft.com/office/powerpoint/2010/main" val="358476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7782-6BC2-984D-A14D-12A95F15331D}"/>
              </a:ext>
            </a:extLst>
          </p:cNvPr>
          <p:cNvSpPr>
            <a:spLocks noGrp="1"/>
          </p:cNvSpPr>
          <p:nvPr>
            <p:ph type="title"/>
          </p:nvPr>
        </p:nvSpPr>
        <p:spPr/>
        <p:txBody>
          <a:bodyPr/>
          <a:lstStyle/>
          <a:p>
            <a:r>
              <a:rPr lang="en-US" dirty="0">
                <a:latin typeface="IBM Plex Mono SemiBold"/>
              </a:rPr>
              <a:t>EDA WITH DATA VISUALISATION</a:t>
            </a:r>
            <a:endParaRPr lang="en-US" dirty="0"/>
          </a:p>
        </p:txBody>
      </p:sp>
      <p:sp>
        <p:nvSpPr>
          <p:cNvPr id="3" name="Content Placeholder 2">
            <a:extLst>
              <a:ext uri="{FF2B5EF4-FFF2-40B4-BE49-F238E27FC236}">
                <a16:creationId xmlns:a16="http://schemas.microsoft.com/office/drawing/2014/main" id="{1A884BF9-640E-2671-5091-D8F14F854DDC}"/>
              </a:ext>
            </a:extLst>
          </p:cNvPr>
          <p:cNvSpPr>
            <a:spLocks noGrp="1"/>
          </p:cNvSpPr>
          <p:nvPr>
            <p:ph sz="half" idx="1"/>
          </p:nvPr>
        </p:nvSpPr>
        <p:spPr>
          <a:xfrm>
            <a:off x="838200" y="1825625"/>
            <a:ext cx="10358717" cy="4448456"/>
          </a:xfrm>
        </p:spPr>
        <p:txBody>
          <a:bodyPr vert="horz" lIns="91440" tIns="45720" rIns="91440" bIns="45720" rtlCol="0" anchor="t">
            <a:normAutofit/>
          </a:bodyPr>
          <a:lstStyle/>
          <a:p>
            <a:pPr>
              <a:buNone/>
            </a:pPr>
            <a:r>
              <a:rPr sz="2200">
                <a:latin typeface="IBM Plex Mono Text"/>
              </a:rPr>
              <a:t>• To explore the data, scatterplots and bar plots were used to visualise the relationships between pairs of features:</a:t>
            </a:r>
            <a:endParaRPr lang="en-US" dirty="0"/>
          </a:p>
          <a:p>
            <a:pPr>
              <a:buNone/>
            </a:pPr>
            <a:r>
              <a:rPr sz="2200">
                <a:latin typeface="IBM Plex Mono Text"/>
              </a:rPr>
              <a:t>• The analysed feature pairs were: Payload Mass vs. Flight Number, Launch Site vs. Flight Number, Launch Site vs. Payload Mass, Orbit vs. Flight Number, and Payload vs. Orbit.</a:t>
            </a:r>
            <a:endParaRPr lang="en-US">
              <a:latin typeface="IBM Plex Mono Text"/>
            </a:endParaRPr>
          </a:p>
          <a:p>
            <a:endParaRPr lang="en-US" sz="2200" dirty="0"/>
          </a:p>
          <a:p>
            <a:r>
              <a:rPr lang="en-US" sz="2200" dirty="0">
                <a:latin typeface="IBM Plex Mono Text"/>
              </a:rPr>
              <a:t>Source code:</a:t>
            </a:r>
          </a:p>
          <a:p>
            <a:pPr>
              <a:buNone/>
            </a:pPr>
            <a:r>
              <a:rPr lang="en-US" sz="1600" dirty="0">
                <a:latin typeface="IBM Plex Mono Text"/>
                <a:hlinkClick r:id="rId2"/>
              </a:rPr>
              <a:t>https://github.com/MatteoMel1985/Applied-Data-Science-Capstone/blob/main/IBM-DS0321EN-SkillsNetwork_labs_module_2_jupyter-labs-eda-dataviz.ipynb.jupyterlite(1).ipynb</a:t>
            </a:r>
            <a:endParaRPr lang="en-US"/>
          </a:p>
        </p:txBody>
      </p:sp>
    </p:spTree>
    <p:extLst>
      <p:ext uri="{BB962C8B-B14F-4D97-AF65-F5344CB8AC3E}">
        <p14:creationId xmlns:p14="http://schemas.microsoft.com/office/powerpoint/2010/main" val="2738869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7782-6BC2-984D-A14D-12A95F15331D}"/>
              </a:ext>
            </a:extLst>
          </p:cNvPr>
          <p:cNvSpPr>
            <a:spLocks noGrp="1"/>
          </p:cNvSpPr>
          <p:nvPr>
            <p:ph type="title"/>
          </p:nvPr>
        </p:nvSpPr>
        <p:spPr/>
        <p:txBody>
          <a:bodyPr/>
          <a:lstStyle/>
          <a:p>
            <a:r>
              <a:rPr lang="en-US" dirty="0">
                <a:latin typeface="IBM Plex Mono SemiBold"/>
              </a:rPr>
              <a:t>INTERACTIVE MAPS WITH FOLIUM</a:t>
            </a:r>
            <a:endParaRPr lang="en-US" dirty="0"/>
          </a:p>
        </p:txBody>
      </p:sp>
      <p:sp>
        <p:nvSpPr>
          <p:cNvPr id="3" name="Content Placeholder 2">
            <a:extLst>
              <a:ext uri="{FF2B5EF4-FFF2-40B4-BE49-F238E27FC236}">
                <a16:creationId xmlns:a16="http://schemas.microsoft.com/office/drawing/2014/main" id="{1A884BF9-640E-2671-5091-D8F14F854DDC}"/>
              </a:ext>
            </a:extLst>
          </p:cNvPr>
          <p:cNvSpPr>
            <a:spLocks noGrp="1"/>
          </p:cNvSpPr>
          <p:nvPr>
            <p:ph sz="half" idx="1"/>
          </p:nvPr>
        </p:nvSpPr>
        <p:spPr>
          <a:xfrm>
            <a:off x="838200" y="1825625"/>
            <a:ext cx="10358717" cy="4448456"/>
          </a:xfrm>
        </p:spPr>
        <p:txBody>
          <a:bodyPr vert="horz" lIns="91440" tIns="45720" rIns="91440" bIns="45720" rtlCol="0" anchor="t">
            <a:normAutofit/>
          </a:bodyPr>
          <a:lstStyle/>
          <a:p>
            <a:pPr marL="0" indent="0">
              <a:buNone/>
            </a:pPr>
            <a:r>
              <a:rPr sz="2200">
                <a:latin typeface="IBM Plex Mono Text"/>
              </a:rPr>
              <a:t>• Markers, circles, lines and marker clusters were used with Folium maps:</a:t>
            </a:r>
            <a:endParaRPr lang="en-US" dirty="0"/>
          </a:p>
          <a:p>
            <a:pPr>
              <a:buNone/>
            </a:pPr>
            <a:r>
              <a:rPr sz="1800">
                <a:latin typeface="IBM Plex Mono Text"/>
              </a:rPr>
              <a:t>• Markers indicate points such as launch sites;</a:t>
            </a:r>
            <a:endParaRPr lang="en-US" sz="1800" dirty="0"/>
          </a:p>
          <a:p>
            <a:pPr>
              <a:buNone/>
            </a:pPr>
            <a:r>
              <a:rPr sz="1800">
                <a:latin typeface="IBM Plex Mono Text"/>
              </a:rPr>
              <a:t>• Circles indicate highlighted areas around specific coordinates, such as NASA Johnson Space Center;</a:t>
            </a:r>
            <a:endParaRPr lang="en-US" sz="1800" dirty="0"/>
          </a:p>
          <a:p>
            <a:pPr>
              <a:buNone/>
            </a:pPr>
            <a:r>
              <a:rPr sz="1800">
                <a:latin typeface="IBM Plex Mono Text"/>
              </a:rPr>
              <a:t>• Marker clusters indicate groups of events at each coordinate, such as launches at a launch site;</a:t>
            </a:r>
            <a:endParaRPr lang="en-US" sz="1800" dirty="0"/>
          </a:p>
          <a:p>
            <a:pPr>
              <a:buNone/>
            </a:pPr>
            <a:r>
              <a:rPr lang="en-US" sz="1800" dirty="0">
                <a:latin typeface="IBM Plex Mono Text"/>
              </a:rPr>
              <a:t>• Lines are used to indicate distances between two coordinates.</a:t>
            </a:r>
            <a:endParaRPr lang="en-US" sz="1800" dirty="0"/>
          </a:p>
          <a:p>
            <a:endParaRPr lang="en-US" sz="1800" dirty="0"/>
          </a:p>
          <a:p>
            <a:r>
              <a:rPr lang="en-US" sz="2200" dirty="0">
                <a:latin typeface="IBM Plex Mono Text"/>
              </a:rPr>
              <a:t>Source code:</a:t>
            </a:r>
          </a:p>
          <a:p>
            <a:pPr>
              <a:buNone/>
            </a:pPr>
            <a:r>
              <a:rPr lang="en-US" sz="1600" dirty="0">
                <a:latin typeface="IBM Plex Mono Text"/>
                <a:hlinkClick r:id="rId2"/>
              </a:rPr>
              <a:t>https://github.com/MatteoMel1985/Applied-Data-Science-Capstone/blob/main/IBM-DS0321EN-SkillsNetwork_labs_module_3_lab_jupyter_launch_site_location.jupyterlite.ipynb</a:t>
            </a:r>
            <a:endParaRPr lang="en-US"/>
          </a:p>
        </p:txBody>
      </p:sp>
    </p:spTree>
    <p:extLst>
      <p:ext uri="{BB962C8B-B14F-4D97-AF65-F5344CB8AC3E}">
        <p14:creationId xmlns:p14="http://schemas.microsoft.com/office/powerpoint/2010/main" val="3742762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7782-6BC2-984D-A14D-12A95F15331D}"/>
              </a:ext>
            </a:extLst>
          </p:cNvPr>
          <p:cNvSpPr>
            <a:spLocks noGrp="1"/>
          </p:cNvSpPr>
          <p:nvPr>
            <p:ph type="title"/>
          </p:nvPr>
        </p:nvSpPr>
        <p:spPr/>
        <p:txBody>
          <a:bodyPr/>
          <a:lstStyle/>
          <a:p>
            <a:r>
              <a:rPr lang="en-US" dirty="0">
                <a:latin typeface="IBM Plex Mono SemiBold"/>
              </a:rPr>
              <a:t>DASHBOARD WITH PLOTLY DASH</a:t>
            </a:r>
            <a:endParaRPr lang="en-US" dirty="0"/>
          </a:p>
        </p:txBody>
      </p:sp>
      <p:sp>
        <p:nvSpPr>
          <p:cNvPr id="3" name="Content Placeholder 2">
            <a:extLst>
              <a:ext uri="{FF2B5EF4-FFF2-40B4-BE49-F238E27FC236}">
                <a16:creationId xmlns:a16="http://schemas.microsoft.com/office/drawing/2014/main" id="{1A884BF9-640E-2671-5091-D8F14F854DDC}"/>
              </a:ext>
            </a:extLst>
          </p:cNvPr>
          <p:cNvSpPr>
            <a:spLocks noGrp="1"/>
          </p:cNvSpPr>
          <p:nvPr>
            <p:ph sz="half" idx="1"/>
          </p:nvPr>
        </p:nvSpPr>
        <p:spPr>
          <a:xfrm>
            <a:off x="838200" y="1825625"/>
            <a:ext cx="10358717" cy="4448456"/>
          </a:xfrm>
        </p:spPr>
        <p:txBody>
          <a:bodyPr vert="horz" lIns="91440" tIns="45720" rIns="91440" bIns="45720" rtlCol="0" anchor="t">
            <a:normAutofit/>
          </a:bodyPr>
          <a:lstStyle/>
          <a:p>
            <a:pPr>
              <a:buNone/>
            </a:pPr>
            <a:r>
              <a:rPr sz="2200">
                <a:latin typeface="IBM Plex Mono Text"/>
              </a:rPr>
              <a:t>• The following graphs and plots were used to visualise data:</a:t>
            </a:r>
            <a:endParaRPr lang="en-US" dirty="0"/>
          </a:p>
          <a:p>
            <a:pPr>
              <a:buNone/>
            </a:pPr>
            <a:r>
              <a:rPr sz="1800">
                <a:latin typeface="IBM Plex Mono Text"/>
              </a:rPr>
              <a:t>• Percentage of launches by site</a:t>
            </a:r>
            <a:endParaRPr lang="en-US" sz="1800"/>
          </a:p>
          <a:p>
            <a:pPr>
              <a:buNone/>
            </a:pPr>
            <a:r>
              <a:rPr sz="1800">
                <a:latin typeface="IBM Plex Mono Text"/>
              </a:rPr>
              <a:t>• Payload range</a:t>
            </a:r>
            <a:endParaRPr lang="en-US" sz="1800" dirty="0"/>
          </a:p>
          <a:p>
            <a:pPr>
              <a:buNone/>
            </a:pPr>
            <a:endParaRPr lang="en-US" sz="2200" dirty="0">
              <a:latin typeface="IBM Plex Mono Text"/>
            </a:endParaRPr>
          </a:p>
          <a:p>
            <a:pPr>
              <a:buNone/>
            </a:pPr>
            <a:r>
              <a:rPr sz="2200">
                <a:latin typeface="IBM Plex Mono Text"/>
              </a:rPr>
              <a:t>• This combination enables quick analysis of the relationships between payloads</a:t>
            </a:r>
            <a:endParaRPr lang="en-US" dirty="0"/>
          </a:p>
          <a:p>
            <a:pPr>
              <a:buNone/>
            </a:pPr>
            <a:r>
              <a:rPr sz="2200">
                <a:latin typeface="IBM Plex Mono Text"/>
              </a:rPr>
              <a:t>and launch sites, helping to identify the best launch site according</a:t>
            </a:r>
            <a:endParaRPr lang="en-US" dirty="0"/>
          </a:p>
          <a:p>
            <a:pPr marL="0" indent="0">
              <a:buNone/>
            </a:pPr>
            <a:r>
              <a:rPr sz="2200">
                <a:latin typeface="IBM Plex Mono Text"/>
              </a:rPr>
              <a:t>to payload range.</a:t>
            </a:r>
            <a:endParaRPr lang="en-US" sz="2200" dirty="0"/>
          </a:p>
          <a:p>
            <a:endParaRPr lang="en-US" sz="2200" dirty="0"/>
          </a:p>
          <a:p>
            <a:pPr marL="0" indent="0">
              <a:buNone/>
            </a:pPr>
            <a:endParaRPr lang="en-US" sz="2200" dirty="0"/>
          </a:p>
        </p:txBody>
      </p:sp>
      <p:pic>
        <p:nvPicPr>
          <p:cNvPr id="4" name="Picture 4" descr="Chart, pie chart&#10;&#10;Description automatically generated">
            <a:extLst>
              <a:ext uri="{FF2B5EF4-FFF2-40B4-BE49-F238E27FC236}">
                <a16:creationId xmlns:a16="http://schemas.microsoft.com/office/drawing/2014/main" id="{7B21D538-27EC-B767-C42E-D8F9D5461231}"/>
              </a:ext>
            </a:extLst>
          </p:cNvPr>
          <p:cNvPicPr>
            <a:picLocks noChangeAspect="1"/>
          </p:cNvPicPr>
          <p:nvPr/>
        </p:nvPicPr>
        <p:blipFill>
          <a:blip r:embed="rId2"/>
          <a:stretch>
            <a:fillRect/>
          </a:stretch>
        </p:blipFill>
        <p:spPr>
          <a:xfrm>
            <a:off x="995785" y="4698759"/>
            <a:ext cx="4808780" cy="1456879"/>
          </a:xfrm>
          <a:prstGeom prst="rect">
            <a:avLst/>
          </a:prstGeom>
        </p:spPr>
      </p:pic>
      <p:pic>
        <p:nvPicPr>
          <p:cNvPr id="5" name="Picture 5" descr="A screenshot of a computer&#10;&#10;Description automatically generated">
            <a:extLst>
              <a:ext uri="{FF2B5EF4-FFF2-40B4-BE49-F238E27FC236}">
                <a16:creationId xmlns:a16="http://schemas.microsoft.com/office/drawing/2014/main" id="{C63CDF3F-178E-237F-9F69-B80B0137EA58}"/>
              </a:ext>
            </a:extLst>
          </p:cNvPr>
          <p:cNvPicPr>
            <a:picLocks noChangeAspect="1"/>
          </p:cNvPicPr>
          <p:nvPr/>
        </p:nvPicPr>
        <p:blipFill>
          <a:blip r:embed="rId3"/>
          <a:stretch>
            <a:fillRect/>
          </a:stretch>
        </p:blipFill>
        <p:spPr>
          <a:xfrm>
            <a:off x="6204099" y="4723305"/>
            <a:ext cx="5135525" cy="1487203"/>
          </a:xfrm>
          <a:prstGeom prst="rect">
            <a:avLst/>
          </a:prstGeom>
        </p:spPr>
      </p:pic>
    </p:spTree>
    <p:extLst>
      <p:ext uri="{BB962C8B-B14F-4D97-AF65-F5344CB8AC3E}">
        <p14:creationId xmlns:p14="http://schemas.microsoft.com/office/powerpoint/2010/main" val="1902682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47782-6BC2-984D-A14D-12A95F15331D}"/>
              </a:ext>
            </a:extLst>
          </p:cNvPr>
          <p:cNvSpPr>
            <a:spLocks noGrp="1"/>
          </p:cNvSpPr>
          <p:nvPr>
            <p:ph type="title"/>
          </p:nvPr>
        </p:nvSpPr>
        <p:spPr/>
        <p:txBody>
          <a:bodyPr/>
          <a:lstStyle/>
          <a:p>
            <a:r>
              <a:rPr lang="en-US" dirty="0">
                <a:latin typeface="IBM Plex Mono SemiBold"/>
              </a:rPr>
              <a:t>PREDICTIVE ANALYSIS</a:t>
            </a:r>
            <a:endParaRPr lang="en-US" dirty="0"/>
          </a:p>
        </p:txBody>
      </p:sp>
      <p:sp>
        <p:nvSpPr>
          <p:cNvPr id="3" name="Content Placeholder 2">
            <a:extLst>
              <a:ext uri="{FF2B5EF4-FFF2-40B4-BE49-F238E27FC236}">
                <a16:creationId xmlns:a16="http://schemas.microsoft.com/office/drawing/2014/main" id="{1A884BF9-640E-2671-5091-D8F14F854DDC}"/>
              </a:ext>
            </a:extLst>
          </p:cNvPr>
          <p:cNvSpPr>
            <a:spLocks noGrp="1"/>
          </p:cNvSpPr>
          <p:nvPr>
            <p:ph sz="half" idx="1"/>
          </p:nvPr>
        </p:nvSpPr>
        <p:spPr>
          <a:xfrm>
            <a:off x="838200" y="1825625"/>
            <a:ext cx="10358717" cy="1329573"/>
          </a:xfrm>
        </p:spPr>
        <p:txBody>
          <a:bodyPr vert="horz" lIns="91440" tIns="45720" rIns="91440" bIns="45720" rtlCol="0" anchor="t">
            <a:normAutofit/>
          </a:bodyPr>
          <a:lstStyle/>
          <a:p>
            <a:pPr>
              <a:buNone/>
            </a:pPr>
            <a:r>
              <a:rPr sz="2200">
                <a:latin typeface="IBM Plex Mono Text"/>
              </a:rPr>
              <a:t>• Four classification models were compared: logistic regression, support vector</a:t>
            </a:r>
            <a:endParaRPr lang="en-US" dirty="0"/>
          </a:p>
          <a:p>
            <a:pPr>
              <a:buNone/>
            </a:pPr>
            <a:r>
              <a:rPr sz="2200">
                <a:latin typeface="IBM Plex Mono Text"/>
              </a:rPr>
              <a:t>machine, decision tree, and k-nearest neighbours.</a:t>
            </a:r>
            <a:endParaRPr lang="en-US" dirty="0"/>
          </a:p>
          <a:p>
            <a:endParaRPr lang="en-US" sz="2200" dirty="0"/>
          </a:p>
          <a:p>
            <a:endParaRPr lang="en-US" sz="2200" dirty="0"/>
          </a:p>
        </p:txBody>
      </p:sp>
      <p:sp>
        <p:nvSpPr>
          <p:cNvPr id="4" name="TextBox 3">
            <a:extLst>
              <a:ext uri="{FF2B5EF4-FFF2-40B4-BE49-F238E27FC236}">
                <a16:creationId xmlns:a16="http://schemas.microsoft.com/office/drawing/2014/main" id="{EB9CFBE4-2397-88D8-DD49-3CCB4378DB1A}"/>
              </a:ext>
            </a:extLst>
          </p:cNvPr>
          <p:cNvSpPr txBox="1"/>
          <p:nvPr/>
        </p:nvSpPr>
        <p:spPr>
          <a:xfrm>
            <a:off x="885161" y="5067300"/>
            <a:ext cx="1026573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dirty="0">
                <a:solidFill>
                  <a:srgbClr val="0070C0"/>
                </a:solidFill>
                <a:latin typeface="IBM Plex Mono Text"/>
                <a:cs typeface="Arial"/>
              </a:rPr>
              <a:t>Source code:</a:t>
            </a:r>
            <a:r>
              <a:rPr lang="en-US" dirty="0">
                <a:latin typeface="IBM Plex Mono Text"/>
                <a:cs typeface="Arial"/>
              </a:rPr>
              <a:t>​</a:t>
            </a:r>
          </a:p>
          <a:p>
            <a:r>
              <a:rPr lang="en-US" dirty="0">
                <a:ea typeface="+mn-lt"/>
                <a:cs typeface="+mn-lt"/>
                <a:hlinkClick r:id="rId2"/>
              </a:rPr>
              <a:t>https://github.com/MatteoMel1985/Applied-Data-Science-Capstone/blob/main/IBM-DS0321EN-SkillsNetwork_labs_module_4_SpaceX_Machine_Learning_Prediction_Part_5.jupyterlite.ipynb</a:t>
            </a:r>
          </a:p>
        </p:txBody>
      </p:sp>
      <p:sp>
        <p:nvSpPr>
          <p:cNvPr id="16" name="Rectangle: Rounded Corners 15">
            <a:extLst>
              <a:ext uri="{FF2B5EF4-FFF2-40B4-BE49-F238E27FC236}">
                <a16:creationId xmlns:a16="http://schemas.microsoft.com/office/drawing/2014/main" id="{D3EC1F56-F2D2-2503-597B-C017385E8323}"/>
              </a:ext>
            </a:extLst>
          </p:cNvPr>
          <p:cNvSpPr/>
          <p:nvPr/>
        </p:nvSpPr>
        <p:spPr>
          <a:xfrm>
            <a:off x="2552138" y="3381934"/>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ea typeface="+mn-lt"/>
                <a:cs typeface="+mn-lt"/>
              </a:rPr>
              <a:t>Data</a:t>
            </a:r>
            <a:endParaRPr lang="en-US" dirty="0"/>
          </a:p>
          <a:p>
            <a:pPr algn="ctr"/>
            <a:r>
              <a:rPr lang="en-US" sz="1200" dirty="0">
                <a:ea typeface="+mn-lt"/>
                <a:cs typeface="+mn-lt"/>
              </a:rPr>
              <a:t>preparation</a:t>
            </a:r>
            <a:endParaRPr lang="en-US" dirty="0"/>
          </a:p>
          <a:p>
            <a:pPr algn="ctr"/>
            <a:r>
              <a:rPr lang="en-US" sz="1200" dirty="0">
                <a:ea typeface="+mn-lt"/>
                <a:cs typeface="+mn-lt"/>
              </a:rPr>
              <a:t>and</a:t>
            </a:r>
            <a:endParaRPr lang="en-US" dirty="0"/>
          </a:p>
          <a:p>
            <a:pPr algn="ctr"/>
            <a:r>
              <a:rPr sz="1200"/>
              <a:t>standardisation</a:t>
            </a:r>
            <a:endParaRPr lang="en-US" dirty="0"/>
          </a:p>
        </p:txBody>
      </p:sp>
      <p:sp>
        <p:nvSpPr>
          <p:cNvPr id="18" name="Rectangle: Rounded Corners 17">
            <a:extLst>
              <a:ext uri="{FF2B5EF4-FFF2-40B4-BE49-F238E27FC236}">
                <a16:creationId xmlns:a16="http://schemas.microsoft.com/office/drawing/2014/main" id="{58245473-AD0D-F1DE-A90D-8E07BDFED97A}"/>
              </a:ext>
            </a:extLst>
          </p:cNvPr>
          <p:cNvSpPr/>
          <p:nvPr/>
        </p:nvSpPr>
        <p:spPr>
          <a:xfrm>
            <a:off x="5166844" y="3381935"/>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1" algn="ctr"/>
            <a:endParaRPr lang="en-US" dirty="0"/>
          </a:p>
          <a:p>
            <a:pPr algn="ctr"/>
            <a:r>
              <a:rPr sz="1200"/>
              <a:t>Testing each model</a:t>
            </a:r>
            <a:endParaRPr lang="en-US" dirty="0"/>
          </a:p>
          <a:p>
            <a:pPr algn="ctr"/>
            <a:r>
              <a:rPr lang="en-US" sz="1200" dirty="0">
                <a:ea typeface="+mn-lt"/>
                <a:cs typeface="+mn-lt"/>
              </a:rPr>
              <a:t>with combinations</a:t>
            </a:r>
            <a:endParaRPr lang="en-US" dirty="0"/>
          </a:p>
          <a:p>
            <a:pPr algn="ctr"/>
            <a:r>
              <a:rPr lang="en-US" sz="1200" dirty="0">
                <a:ea typeface="+mn-lt"/>
                <a:cs typeface="+mn-lt"/>
              </a:rPr>
              <a:t>of</a:t>
            </a:r>
            <a:endParaRPr lang="en-US" dirty="0"/>
          </a:p>
          <a:p>
            <a:pPr algn="ctr"/>
            <a:r>
              <a:rPr lang="en-US" sz="1200" dirty="0">
                <a:ea typeface="+mn-lt"/>
                <a:cs typeface="+mn-lt"/>
              </a:rPr>
              <a:t>hyperparameters</a:t>
            </a:r>
            <a:endParaRPr lang="en-US" dirty="0"/>
          </a:p>
          <a:p>
            <a:pPr algn="ctr"/>
            <a:endParaRPr lang="en-US" sz="1600" dirty="0"/>
          </a:p>
        </p:txBody>
      </p:sp>
      <p:sp>
        <p:nvSpPr>
          <p:cNvPr id="20" name="Rectangle: Rounded Corners 19">
            <a:extLst>
              <a:ext uri="{FF2B5EF4-FFF2-40B4-BE49-F238E27FC236}">
                <a16:creationId xmlns:a16="http://schemas.microsoft.com/office/drawing/2014/main" id="{E4AA4C0D-2902-9954-6B7C-2AEED8A76718}"/>
              </a:ext>
            </a:extLst>
          </p:cNvPr>
          <p:cNvSpPr/>
          <p:nvPr/>
        </p:nvSpPr>
        <p:spPr>
          <a:xfrm>
            <a:off x="7781550" y="3381934"/>
            <a:ext cx="1927411" cy="963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dirty="0">
                <a:ea typeface="+mn-lt"/>
                <a:cs typeface="+mn-lt"/>
              </a:rPr>
              <a:t>Comparison of</a:t>
            </a:r>
            <a:endParaRPr lang="en-US" dirty="0">
              <a:ea typeface="+mn-lt"/>
              <a:cs typeface="+mn-lt"/>
            </a:endParaRPr>
          </a:p>
          <a:p>
            <a:pPr algn="ctr"/>
            <a:r>
              <a:rPr lang="en-US" sz="1200" dirty="0">
                <a:ea typeface="+mn-lt"/>
                <a:cs typeface="+mn-lt"/>
              </a:rPr>
              <a:t>results</a:t>
            </a:r>
            <a:endParaRPr lang="en-US" dirty="0"/>
          </a:p>
        </p:txBody>
      </p:sp>
      <p:sp>
        <p:nvSpPr>
          <p:cNvPr id="22" name="Arrow: Right 21">
            <a:extLst>
              <a:ext uri="{FF2B5EF4-FFF2-40B4-BE49-F238E27FC236}">
                <a16:creationId xmlns:a16="http://schemas.microsoft.com/office/drawing/2014/main" id="{A75A6036-489C-6197-8FCC-A4BF02DF99AC}"/>
              </a:ext>
            </a:extLst>
          </p:cNvPr>
          <p:cNvSpPr/>
          <p:nvPr/>
        </p:nvSpPr>
        <p:spPr>
          <a:xfrm>
            <a:off x="4475816" y="3747993"/>
            <a:ext cx="687294" cy="2465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F2803FAE-22C7-3FB3-3FFF-0A087D2F22C8}"/>
              </a:ext>
            </a:extLst>
          </p:cNvPr>
          <p:cNvSpPr/>
          <p:nvPr/>
        </p:nvSpPr>
        <p:spPr>
          <a:xfrm>
            <a:off x="7090522" y="3740522"/>
            <a:ext cx="687294" cy="2465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5558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838200" y="365125"/>
            <a:ext cx="10515600" cy="1325563"/>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9324" y="1825625"/>
            <a:ext cx="10506584" cy="4351338"/>
          </a:xfrm>
        </p:spPr>
        <p:txBody>
          <a:bodyPr>
            <a:normAutofit/>
          </a:bodyPr>
          <a:lstStyle/>
          <a:p>
            <a:pPr marL="0" indent="0">
              <a:buNone/>
            </a:pPr>
            <a:endParaRPr lang="en-US" sz="1800" dirty="0"/>
          </a:p>
          <a:p>
            <a:pPr marL="0" indent="0">
              <a:buNone/>
            </a:pPr>
            <a:endParaRPr lang="en-US" sz="1800" dirty="0"/>
          </a:p>
          <a:p>
            <a:pPr marL="0" indent="0">
              <a:buNone/>
            </a:pPr>
            <a:endParaRPr lang="en-US" sz="1800" dirty="0"/>
          </a:p>
        </p:txBody>
      </p:sp>
      <p:sp>
        <p:nvSpPr>
          <p:cNvPr id="6" name="TextBox 5">
            <a:extLst>
              <a:ext uri="{FF2B5EF4-FFF2-40B4-BE49-F238E27FC236}">
                <a16:creationId xmlns:a16="http://schemas.microsoft.com/office/drawing/2014/main" id="{5578EB71-9ED8-10C1-A00F-0FF50652CD73}"/>
              </a:ext>
            </a:extLst>
          </p:cNvPr>
          <p:cNvSpPr txBox="1"/>
          <p:nvPr/>
        </p:nvSpPr>
        <p:spPr>
          <a:xfrm>
            <a:off x="834657" y="1596654"/>
            <a:ext cx="10496105" cy="42780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0E659B"/>
                </a:solidFill>
                <a:ea typeface="+mn-lt"/>
                <a:cs typeface="+mn-lt"/>
              </a:rPr>
              <a:t>Exploratory data analysis results:</a:t>
            </a:r>
            <a:endParaRPr lang="en-US" sz="1600" b="1" dirty="0">
              <a:solidFill>
                <a:srgbClr val="0E659B"/>
              </a:solidFill>
            </a:endParaRPr>
          </a:p>
          <a:p>
            <a:endParaRPr lang="en-US" sz="1600" dirty="0">
              <a:solidFill>
                <a:srgbClr val="0E659B"/>
              </a:solidFill>
            </a:endParaRPr>
          </a:p>
          <a:p>
            <a:r>
              <a:rPr sz="1600">
                <a:solidFill>
                  <a:srgbClr val="0E659B"/>
                </a:solidFill>
              </a:rPr>
              <a:t>• SpaceX uses four different launch sites;</a:t>
            </a:r>
            <a:endParaRPr lang="en-US" sz="1600" dirty="0">
              <a:solidFill>
                <a:srgbClr val="0E659B"/>
              </a:solidFill>
            </a:endParaRPr>
          </a:p>
          <a:p>
            <a:endParaRPr lang="en-US" sz="1600" dirty="0">
              <a:solidFill>
                <a:srgbClr val="0E659B"/>
              </a:solidFill>
            </a:endParaRPr>
          </a:p>
          <a:p>
            <a:r>
              <a:rPr sz="1600">
                <a:solidFill>
                  <a:srgbClr val="0E659B"/>
                </a:solidFill>
              </a:rPr>
              <a:t>• The first launches were performed by SpaceX itself and NASA;</a:t>
            </a:r>
            <a:endParaRPr lang="en-US" sz="1600" dirty="0">
              <a:solidFill>
                <a:srgbClr val="0E659B"/>
              </a:solidFill>
            </a:endParaRPr>
          </a:p>
          <a:p>
            <a:endParaRPr lang="en-US" sz="1600" dirty="0">
              <a:solidFill>
                <a:srgbClr val="0E659B"/>
              </a:solidFill>
            </a:endParaRPr>
          </a:p>
          <a:p>
            <a:r>
              <a:rPr lang="en-US" sz="1600" dirty="0">
                <a:solidFill>
                  <a:srgbClr val="0E659B"/>
                </a:solidFill>
                <a:ea typeface="+mn-lt"/>
                <a:cs typeface="+mn-lt"/>
              </a:rPr>
              <a:t>• The average payload of F9 v1.1 booster is 2,928 kg;</a:t>
            </a:r>
            <a:endParaRPr lang="en-US" sz="1600" dirty="0">
              <a:solidFill>
                <a:srgbClr val="0E659B"/>
              </a:solidFill>
            </a:endParaRPr>
          </a:p>
          <a:p>
            <a:endParaRPr lang="en-US" sz="1600" dirty="0">
              <a:solidFill>
                <a:srgbClr val="0E659B"/>
              </a:solidFill>
            </a:endParaRPr>
          </a:p>
          <a:p>
            <a:r>
              <a:rPr lang="en-US" sz="1600" dirty="0">
                <a:solidFill>
                  <a:srgbClr val="0E659B"/>
                </a:solidFill>
                <a:ea typeface="+mn-lt"/>
                <a:cs typeface="+mn-lt"/>
              </a:rPr>
              <a:t>• The first successful landing happened in 2015, five years after the first launch;</a:t>
            </a:r>
            <a:endParaRPr lang="en-US" sz="1600" dirty="0">
              <a:solidFill>
                <a:srgbClr val="0E659B"/>
              </a:solidFill>
            </a:endParaRPr>
          </a:p>
          <a:p>
            <a:endParaRPr lang="en-US" sz="1600" dirty="0">
              <a:solidFill>
                <a:srgbClr val="0E659B"/>
              </a:solidFill>
            </a:endParaRPr>
          </a:p>
          <a:p>
            <a:r>
              <a:rPr sz="1600">
                <a:solidFill>
                  <a:srgbClr val="0E659B"/>
                </a:solidFill>
              </a:rPr>
              <a:t>• Many Falcon 9 boosters landed successfully on drone ships with above-average payloads;</a:t>
            </a:r>
            <a:endParaRPr lang="en-US" sz="1600" dirty="0">
              <a:solidFill>
                <a:srgbClr val="0E659B"/>
              </a:solidFill>
            </a:endParaRPr>
          </a:p>
          <a:p>
            <a:endParaRPr lang="en-US" sz="1600" dirty="0">
              <a:solidFill>
                <a:srgbClr val="0E659B"/>
              </a:solidFill>
            </a:endParaRPr>
          </a:p>
          <a:p>
            <a:r>
              <a:rPr lang="en-US" sz="1600" dirty="0">
                <a:solidFill>
                  <a:srgbClr val="0E659B"/>
                </a:solidFill>
                <a:ea typeface="+mn-lt"/>
                <a:cs typeface="+mn-lt"/>
              </a:rPr>
              <a:t>• Almost 100% of mission outcomes were successful;</a:t>
            </a:r>
            <a:endParaRPr lang="en-US" sz="1600" dirty="0">
              <a:solidFill>
                <a:srgbClr val="0E659B"/>
              </a:solidFill>
            </a:endParaRPr>
          </a:p>
          <a:p>
            <a:endParaRPr lang="en-US" sz="1600" dirty="0">
              <a:solidFill>
                <a:srgbClr val="0E659B"/>
              </a:solidFill>
            </a:endParaRPr>
          </a:p>
          <a:p>
            <a:r>
              <a:rPr lang="en-US" sz="1600" dirty="0">
                <a:solidFill>
                  <a:srgbClr val="0E659B"/>
                </a:solidFill>
                <a:ea typeface="+mn-lt"/>
                <a:cs typeface="+mn-lt"/>
              </a:rPr>
              <a:t>• Two booster versions failed at landing in drone ships in 2015: F9 v1.1 B1012 and F9 v1.1 B1015;</a:t>
            </a:r>
            <a:endParaRPr lang="en-US" sz="1600" dirty="0">
              <a:solidFill>
                <a:srgbClr val="0E659B"/>
              </a:solidFill>
            </a:endParaRPr>
          </a:p>
          <a:p>
            <a:endParaRPr lang="en-US" sz="1600" dirty="0">
              <a:solidFill>
                <a:srgbClr val="0E659B"/>
              </a:solidFill>
            </a:endParaRPr>
          </a:p>
          <a:p>
            <a:r>
              <a:rPr sz="1600">
                <a:solidFill>
                  <a:srgbClr val="0E659B"/>
                </a:solidFill>
              </a:rPr>
              <a:t>• Landing outcomes improved over time.</a:t>
            </a:r>
          </a:p>
        </p:txBody>
      </p:sp>
    </p:spTree>
    <p:extLst>
      <p:ext uri="{BB962C8B-B14F-4D97-AF65-F5344CB8AC3E}">
        <p14:creationId xmlns:p14="http://schemas.microsoft.com/office/powerpoint/2010/main" val="1464666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838200" y="365125"/>
            <a:ext cx="10515600" cy="1325563"/>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9324" y="1825625"/>
            <a:ext cx="10506584" cy="4351338"/>
          </a:xfrm>
        </p:spPr>
        <p:txBody>
          <a:bodyPr>
            <a:normAutofit/>
          </a:bodyPr>
          <a:lstStyle/>
          <a:p>
            <a:pPr marL="0" indent="0">
              <a:buNone/>
            </a:pPr>
            <a:endParaRPr lang="en-US" sz="1800" dirty="0"/>
          </a:p>
          <a:p>
            <a:pPr marL="0" indent="0">
              <a:buNone/>
            </a:pPr>
            <a:endParaRPr lang="en-US" sz="1800" dirty="0"/>
          </a:p>
          <a:p>
            <a:pPr marL="0" indent="0">
              <a:buNone/>
            </a:pPr>
            <a:endParaRPr lang="en-US" sz="1800" dirty="0"/>
          </a:p>
        </p:txBody>
      </p:sp>
      <p:sp>
        <p:nvSpPr>
          <p:cNvPr id="6" name="TextBox 5">
            <a:extLst>
              <a:ext uri="{FF2B5EF4-FFF2-40B4-BE49-F238E27FC236}">
                <a16:creationId xmlns:a16="http://schemas.microsoft.com/office/drawing/2014/main" id="{5578EB71-9ED8-10C1-A00F-0FF50652CD73}"/>
              </a:ext>
            </a:extLst>
          </p:cNvPr>
          <p:cNvSpPr txBox="1"/>
          <p:nvPr/>
        </p:nvSpPr>
        <p:spPr>
          <a:xfrm>
            <a:off x="834657" y="1596654"/>
            <a:ext cx="10496105"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sz="1600">
                <a:solidFill>
                  <a:srgbClr val="0E659B"/>
                </a:solidFill>
              </a:rPr>
              <a:t>• Interactive analytics showed that launch sites are located in safe places, near the sea, and served by good logistical infrastructure.</a:t>
            </a:r>
            <a:endParaRPr lang="en-US" dirty="0">
              <a:solidFill>
                <a:srgbClr val="0E659B"/>
              </a:solidFill>
            </a:endParaRPr>
          </a:p>
          <a:p>
            <a:endParaRPr lang="en-US" dirty="0">
              <a:solidFill>
                <a:srgbClr val="0E659B"/>
              </a:solidFill>
            </a:endParaRPr>
          </a:p>
          <a:p>
            <a:r>
              <a:rPr sz="1600">
                <a:solidFill>
                  <a:srgbClr val="0E659B"/>
                </a:solidFill>
              </a:rPr>
              <a:t>• Most launches happened at the East Coast launch sites.</a:t>
            </a:r>
            <a:endParaRPr lang="en-US" dirty="0">
              <a:solidFill>
                <a:srgbClr val="0E659B"/>
              </a:solidFill>
            </a:endParaRPr>
          </a:p>
          <a:p>
            <a:endParaRPr lang="en-US" sz="1600" dirty="0">
              <a:solidFill>
                <a:srgbClr val="0E659B"/>
              </a:solidFill>
              <a:ea typeface="+mn-lt"/>
              <a:cs typeface="+mn-lt"/>
            </a:endParaRPr>
          </a:p>
          <a:p>
            <a:r>
              <a:rPr sz="1600">
                <a:solidFill>
                  <a:srgbClr val="0E659B"/>
                </a:solidFill>
              </a:rPr>
              <a:t>• Predictive analysis showed that the Decision Tree Classifier was the best model for predicting successful landings, with accuracy above 87% and test accuracy above 94%.</a:t>
            </a:r>
            <a:endParaRPr lang="en-US" dirty="0">
              <a:solidFill>
                <a:srgbClr val="0E659B"/>
              </a:solidFill>
            </a:endParaRPr>
          </a:p>
          <a:p>
            <a:endParaRPr lang="en-US" sz="1600" dirty="0">
              <a:solidFill>
                <a:srgbClr val="0E659B"/>
              </a:solidFill>
              <a:ea typeface="+mn-lt"/>
              <a:cs typeface="+mn-lt"/>
            </a:endParaRPr>
          </a:p>
        </p:txBody>
      </p:sp>
      <p:pic>
        <p:nvPicPr>
          <p:cNvPr id="5" name="Picture 6" descr="Chart, bar chart&#10;&#10;Description automatically generated">
            <a:extLst>
              <a:ext uri="{FF2B5EF4-FFF2-40B4-BE49-F238E27FC236}">
                <a16:creationId xmlns:a16="http://schemas.microsoft.com/office/drawing/2014/main" id="{E1259001-5402-74D0-8FC6-8F7E8ADD0027}"/>
              </a:ext>
            </a:extLst>
          </p:cNvPr>
          <p:cNvPicPr>
            <a:picLocks noChangeAspect="1"/>
          </p:cNvPicPr>
          <p:nvPr/>
        </p:nvPicPr>
        <p:blipFill>
          <a:blip r:embed="rId2"/>
          <a:stretch>
            <a:fillRect/>
          </a:stretch>
        </p:blipFill>
        <p:spPr>
          <a:xfrm>
            <a:off x="4001449" y="3427442"/>
            <a:ext cx="4154311" cy="3077208"/>
          </a:xfrm>
          <a:prstGeom prst="rect">
            <a:avLst/>
          </a:prstGeom>
        </p:spPr>
      </p:pic>
    </p:spTree>
    <p:extLst>
      <p:ext uri="{BB962C8B-B14F-4D97-AF65-F5344CB8AC3E}">
        <p14:creationId xmlns:p14="http://schemas.microsoft.com/office/powerpoint/2010/main" val="3716585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7230723" cy="1325563"/>
          </a:xfrm>
        </p:spPr>
        <p:txBody>
          <a:bodyPr anchor="ctr">
            <a:normAutofit/>
          </a:bodyPr>
          <a:lstStyle/>
          <a:p>
            <a:r>
              <a:rPr lang="en-US" dirty="0">
                <a:latin typeface="IBM Plex Mono SemiBold"/>
              </a:rPr>
              <a:t>DISCUSSION</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marL="0" indent="0">
              <a:buNone/>
            </a:pPr>
            <a:r>
              <a:rPr lang="en-US" sz="3600" b="1" dirty="0">
                <a:latin typeface="IBM Plex Mono Text"/>
              </a:rPr>
              <a:t>EDA INSIGHTS</a:t>
            </a:r>
            <a:endParaRPr lang="en-US" sz="3600"/>
          </a:p>
        </p:txBody>
      </p:sp>
      <p:pic>
        <p:nvPicPr>
          <p:cNvPr id="4" name="Picture 4" descr="Text&#10;&#10;Description automatically generated">
            <a:extLst>
              <a:ext uri="{FF2B5EF4-FFF2-40B4-BE49-F238E27FC236}">
                <a16:creationId xmlns:a16="http://schemas.microsoft.com/office/drawing/2014/main" id="{6DB8D136-E220-D738-FEEE-50EB50707F87}"/>
              </a:ext>
            </a:extLst>
          </p:cNvPr>
          <p:cNvPicPr>
            <a:picLocks noChangeAspect="1"/>
          </p:cNvPicPr>
          <p:nvPr/>
        </p:nvPicPr>
        <p:blipFill>
          <a:blip r:embed="rId2"/>
          <a:stretch>
            <a:fillRect/>
          </a:stretch>
        </p:blipFill>
        <p:spPr>
          <a:xfrm>
            <a:off x="4667250" y="2735580"/>
            <a:ext cx="6686550" cy="3568065"/>
          </a:xfrm>
          <a:prstGeom prst="rect">
            <a:avLst/>
          </a:prstGeom>
        </p:spPr>
      </p:pic>
    </p:spTree>
    <p:extLst>
      <p:ext uri="{BB962C8B-B14F-4D97-AF65-F5344CB8AC3E}">
        <p14:creationId xmlns:p14="http://schemas.microsoft.com/office/powerpoint/2010/main" val="2611739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SUCCESS RATE VS ORBIT TYPE</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lnSpcReduction="10000"/>
          </a:bodyPr>
          <a:lstStyle/>
          <a:p>
            <a:pPr>
              <a:buNone/>
            </a:pPr>
            <a:r>
              <a:rPr sz="2200">
                <a:latin typeface="IBM Plex Mono Text"/>
              </a:rPr>
              <a:t>The highest success rates occur in the following orbits:</a:t>
            </a:r>
            <a:endParaRPr lang="en-US" dirty="0"/>
          </a:p>
          <a:p>
            <a:pPr>
              <a:buNone/>
            </a:pPr>
            <a:endParaRPr lang="en-US" sz="2200" dirty="0">
              <a:latin typeface="IBM Plex Mono Text"/>
            </a:endParaRPr>
          </a:p>
          <a:p>
            <a:pPr>
              <a:buNone/>
            </a:pPr>
            <a:r>
              <a:rPr lang="en-US" sz="1800" dirty="0">
                <a:latin typeface="IBM Plex Mono Text"/>
              </a:rPr>
              <a:t>  • ES-L1</a:t>
            </a:r>
            <a:endParaRPr lang="en-US" sz="1800" dirty="0"/>
          </a:p>
          <a:p>
            <a:pPr>
              <a:buNone/>
            </a:pPr>
            <a:r>
              <a:rPr lang="en-US" sz="1800" dirty="0">
                <a:latin typeface="IBM Plex Mono Text"/>
              </a:rPr>
              <a:t>  • GEO</a:t>
            </a:r>
            <a:endParaRPr lang="en-US" sz="1800"/>
          </a:p>
          <a:p>
            <a:pPr>
              <a:buNone/>
            </a:pPr>
            <a:r>
              <a:rPr lang="en-US" sz="1800" dirty="0">
                <a:latin typeface="IBM Plex Mono Text"/>
              </a:rPr>
              <a:t>  • HEO</a:t>
            </a:r>
            <a:endParaRPr lang="en-US" sz="1800"/>
          </a:p>
          <a:p>
            <a:pPr>
              <a:buNone/>
            </a:pPr>
            <a:r>
              <a:rPr lang="en-US" sz="1800" dirty="0">
                <a:latin typeface="IBM Plex Mono Text"/>
              </a:rPr>
              <a:t>  • SSO</a:t>
            </a:r>
            <a:endParaRPr lang="en-US" sz="1800" dirty="0"/>
          </a:p>
          <a:p>
            <a:pPr>
              <a:buNone/>
            </a:pPr>
            <a:endParaRPr lang="en-US" sz="2200" dirty="0"/>
          </a:p>
          <a:p>
            <a:pPr>
              <a:buNone/>
            </a:pPr>
            <a:r>
              <a:rPr lang="en-US" sz="2200" dirty="0">
                <a:latin typeface="IBM Plex Mono Text"/>
              </a:rPr>
              <a:t>Followed by:</a:t>
            </a:r>
            <a:endParaRPr lang="en-US" dirty="0"/>
          </a:p>
          <a:p>
            <a:pPr>
              <a:buNone/>
            </a:pPr>
            <a:endParaRPr lang="en-US" sz="1800" dirty="0">
              <a:latin typeface="IBM Plex Mono Text"/>
            </a:endParaRPr>
          </a:p>
          <a:p>
            <a:pPr>
              <a:buNone/>
            </a:pPr>
            <a:r>
              <a:rPr lang="en-US" sz="1800" dirty="0">
                <a:latin typeface="IBM Plex Mono Text"/>
              </a:rPr>
              <a:t>  • VLEO (above 80%)</a:t>
            </a:r>
            <a:endParaRPr lang="en-US" sz="1800" dirty="0"/>
          </a:p>
          <a:p>
            <a:pPr>
              <a:buNone/>
            </a:pPr>
            <a:r>
              <a:rPr lang="en-US" sz="1800" dirty="0">
                <a:latin typeface="IBM Plex Mono Text"/>
              </a:rPr>
              <a:t>  • LFO (above 70%)</a:t>
            </a:r>
            <a:endParaRPr lang="en-US" sz="1800" dirty="0"/>
          </a:p>
        </p:txBody>
      </p:sp>
      <p:pic>
        <p:nvPicPr>
          <p:cNvPr id="5" name="Picture 5" descr="Chart, bar chart&#10;&#10;Description automatically generated">
            <a:extLst>
              <a:ext uri="{FF2B5EF4-FFF2-40B4-BE49-F238E27FC236}">
                <a16:creationId xmlns:a16="http://schemas.microsoft.com/office/drawing/2014/main" id="{25E5AE6E-0DC4-D77A-B7C3-5EBD936B1432}"/>
              </a:ext>
            </a:extLst>
          </p:cNvPr>
          <p:cNvPicPr>
            <a:picLocks noChangeAspect="1"/>
          </p:cNvPicPr>
          <p:nvPr/>
        </p:nvPicPr>
        <p:blipFill>
          <a:blip r:embed="rId2"/>
          <a:stretch>
            <a:fillRect/>
          </a:stretch>
        </p:blipFill>
        <p:spPr>
          <a:xfrm>
            <a:off x="6195237" y="2487182"/>
            <a:ext cx="5153246" cy="3868380"/>
          </a:xfrm>
          <a:prstGeom prst="rect">
            <a:avLst/>
          </a:prstGeom>
        </p:spPr>
      </p:pic>
    </p:spTree>
    <p:extLst>
      <p:ext uri="{BB962C8B-B14F-4D97-AF65-F5344CB8AC3E}">
        <p14:creationId xmlns:p14="http://schemas.microsoft.com/office/powerpoint/2010/main" val="4123811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FLIGHT N° VS ORBIT TYPE</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a:buNone/>
            </a:pPr>
            <a:r>
              <a:rPr sz="2200">
                <a:latin typeface="IBM Plex Mono Text"/>
              </a:rPr>
              <a:t>• Success rates appear to have improved over time across all orbits.</a:t>
            </a:r>
            <a:endParaRPr lang="en-US" dirty="0"/>
          </a:p>
          <a:p>
            <a:pPr>
              <a:buNone/>
            </a:pPr>
            <a:endParaRPr lang="en-US" sz="2200" dirty="0">
              <a:latin typeface="IBM Plex Mono Text"/>
            </a:endParaRPr>
          </a:p>
          <a:p>
            <a:pPr marL="0" indent="0">
              <a:buNone/>
            </a:pPr>
            <a:r>
              <a:rPr sz="2200">
                <a:latin typeface="IBM Plex Mono Text"/>
              </a:rPr>
              <a:t>• The VLEO orbit seems to present a new business opportunity due to the recent increase in its</a:t>
            </a:r>
            <a:endParaRPr lang="en-US" dirty="0"/>
          </a:p>
          <a:p>
            <a:pPr>
              <a:buNone/>
            </a:pPr>
            <a:r>
              <a:rPr lang="en-US" sz="2200" dirty="0">
                <a:latin typeface="IBM Plex Mono Text"/>
              </a:rPr>
              <a:t>frequency.</a:t>
            </a:r>
            <a:endParaRPr lang="en-US" dirty="0"/>
          </a:p>
        </p:txBody>
      </p:sp>
      <p:pic>
        <p:nvPicPr>
          <p:cNvPr id="5" name="Picture 5" descr="Chart, scatter chart&#10;&#10;Description automatically generated">
            <a:extLst>
              <a:ext uri="{FF2B5EF4-FFF2-40B4-BE49-F238E27FC236}">
                <a16:creationId xmlns:a16="http://schemas.microsoft.com/office/drawing/2014/main" id="{899E8D10-C63C-B77B-C87E-DF51B16E8561}"/>
              </a:ext>
            </a:extLst>
          </p:cNvPr>
          <p:cNvPicPr>
            <a:picLocks noChangeAspect="1"/>
          </p:cNvPicPr>
          <p:nvPr/>
        </p:nvPicPr>
        <p:blipFill>
          <a:blip r:embed="rId2"/>
          <a:stretch>
            <a:fillRect/>
          </a:stretch>
        </p:blipFill>
        <p:spPr>
          <a:xfrm>
            <a:off x="639726" y="3953602"/>
            <a:ext cx="10903687" cy="2149420"/>
          </a:xfrm>
          <a:prstGeom prst="rect">
            <a:avLst/>
          </a:prstGeom>
        </p:spPr>
      </p:pic>
    </p:spTree>
    <p:extLst>
      <p:ext uri="{BB962C8B-B14F-4D97-AF65-F5344CB8AC3E}">
        <p14:creationId xmlns:p14="http://schemas.microsoft.com/office/powerpoint/2010/main" val="1180668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LAUNCH SUCCESS YEARLY TREND</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a:buNone/>
            </a:pPr>
            <a:r>
              <a:rPr sz="2200">
                <a:latin typeface="IBM Plex Mono Text"/>
              </a:rPr>
              <a:t>• The success rate started increasing in 2013 and continued improving until 2020.</a:t>
            </a:r>
            <a:endParaRPr lang="en-US" dirty="0"/>
          </a:p>
          <a:p>
            <a:pPr>
              <a:buNone/>
            </a:pPr>
            <a:endParaRPr lang="en-US" sz="2200" dirty="0">
              <a:latin typeface="IBM Plex Mono Text"/>
            </a:endParaRPr>
          </a:p>
          <a:p>
            <a:pPr>
              <a:buNone/>
            </a:pPr>
            <a:r>
              <a:rPr sz="2200">
                <a:latin typeface="IBM Plex Mono Text"/>
              </a:rPr>
              <a:t>• The first three years seem to have been a period of adjustments and technological improvement.</a:t>
            </a:r>
            <a:endParaRPr lang="en-US" dirty="0"/>
          </a:p>
        </p:txBody>
      </p:sp>
      <p:pic>
        <p:nvPicPr>
          <p:cNvPr id="4" name="Picture 4" descr="Chart, line chart&#10;&#10;Description automatically generated">
            <a:extLst>
              <a:ext uri="{FF2B5EF4-FFF2-40B4-BE49-F238E27FC236}">
                <a16:creationId xmlns:a16="http://schemas.microsoft.com/office/drawing/2014/main" id="{C3683B4C-7A3C-028A-18FC-321DDFE6830B}"/>
              </a:ext>
            </a:extLst>
          </p:cNvPr>
          <p:cNvPicPr>
            <a:picLocks noChangeAspect="1"/>
          </p:cNvPicPr>
          <p:nvPr/>
        </p:nvPicPr>
        <p:blipFill>
          <a:blip r:embed="rId2"/>
          <a:stretch>
            <a:fillRect/>
          </a:stretch>
        </p:blipFill>
        <p:spPr>
          <a:xfrm>
            <a:off x="4175052" y="3619533"/>
            <a:ext cx="3841897" cy="2640353"/>
          </a:xfrm>
          <a:prstGeom prst="rect">
            <a:avLst/>
          </a:prstGeom>
        </p:spPr>
      </p:pic>
    </p:spTree>
    <p:extLst>
      <p:ext uri="{BB962C8B-B14F-4D97-AF65-F5344CB8AC3E}">
        <p14:creationId xmlns:p14="http://schemas.microsoft.com/office/powerpoint/2010/main" val="1742675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SUCCESSFUL AND FAILURE OUTCOMES</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a:buNone/>
            </a:pPr>
            <a:r>
              <a:rPr sz="2200">
                <a:latin typeface="IBM Plex Mono Text"/>
              </a:rPr>
              <a:t>• Number of successful and failed mission outcomes</a:t>
            </a:r>
          </a:p>
          <a:p>
            <a:pPr>
              <a:buNone/>
            </a:pPr>
            <a:endParaRPr lang="en-US" sz="2200" dirty="0"/>
          </a:p>
          <a:p>
            <a:pPr>
              <a:buNone/>
            </a:pPr>
            <a:endParaRPr lang="en-US" sz="2200" dirty="0"/>
          </a:p>
          <a:p>
            <a:pPr>
              <a:buNone/>
            </a:pPr>
            <a:endParaRPr lang="en-US" sz="2200" dirty="0"/>
          </a:p>
          <a:p>
            <a:pPr>
              <a:buNone/>
            </a:pPr>
            <a:endParaRPr lang="en-US" sz="2200" dirty="0"/>
          </a:p>
          <a:p>
            <a:pPr>
              <a:buNone/>
            </a:pPr>
            <a:r>
              <a:rPr sz="2200">
                <a:latin typeface="IBM Plex Mono Text"/>
              </a:rPr>
              <a:t>• First successful landing outcome on a ground pad</a:t>
            </a:r>
            <a:endParaRPr lang="en-US" dirty="0">
              <a:latin typeface="IBM Plex Mono Text"/>
            </a:endParaRPr>
          </a:p>
        </p:txBody>
      </p:sp>
      <p:pic>
        <p:nvPicPr>
          <p:cNvPr id="5" name="Picture 5" descr="Graphical user interface, text, application&#10;&#10;Description automatically generated">
            <a:extLst>
              <a:ext uri="{FF2B5EF4-FFF2-40B4-BE49-F238E27FC236}">
                <a16:creationId xmlns:a16="http://schemas.microsoft.com/office/drawing/2014/main" id="{CF9EE901-8233-8346-F6AA-66A81A101D40}"/>
              </a:ext>
            </a:extLst>
          </p:cNvPr>
          <p:cNvPicPr>
            <a:picLocks noChangeAspect="1"/>
          </p:cNvPicPr>
          <p:nvPr/>
        </p:nvPicPr>
        <p:blipFill>
          <a:blip r:embed="rId2"/>
          <a:stretch>
            <a:fillRect/>
          </a:stretch>
        </p:blipFill>
        <p:spPr>
          <a:xfrm>
            <a:off x="830223" y="2665227"/>
            <a:ext cx="3044456" cy="1359194"/>
          </a:xfrm>
          <a:prstGeom prst="rect">
            <a:avLst/>
          </a:prstGeom>
        </p:spPr>
      </p:pic>
      <p:pic>
        <p:nvPicPr>
          <p:cNvPr id="6" name="Picture 6" descr="Text&#10;&#10;Description automatically generated">
            <a:extLst>
              <a:ext uri="{FF2B5EF4-FFF2-40B4-BE49-F238E27FC236}">
                <a16:creationId xmlns:a16="http://schemas.microsoft.com/office/drawing/2014/main" id="{157A1771-CB07-385E-76E4-E510E39A3B28}"/>
              </a:ext>
            </a:extLst>
          </p:cNvPr>
          <p:cNvPicPr>
            <a:picLocks noChangeAspect="1"/>
          </p:cNvPicPr>
          <p:nvPr/>
        </p:nvPicPr>
        <p:blipFill>
          <a:blip r:embed="rId3"/>
          <a:stretch>
            <a:fillRect/>
          </a:stretch>
        </p:blipFill>
        <p:spPr>
          <a:xfrm>
            <a:off x="827014" y="4834934"/>
            <a:ext cx="1650926" cy="891806"/>
          </a:xfrm>
          <a:prstGeom prst="rect">
            <a:avLst/>
          </a:prstGeom>
        </p:spPr>
      </p:pic>
    </p:spTree>
    <p:extLst>
      <p:ext uri="{BB962C8B-B14F-4D97-AF65-F5344CB8AC3E}">
        <p14:creationId xmlns:p14="http://schemas.microsoft.com/office/powerpoint/2010/main" val="4126236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RANKING OF LANDING OUTCOMES</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marL="0" indent="0">
              <a:buNone/>
            </a:pPr>
            <a:r>
              <a:rPr sz="2200">
                <a:latin typeface="IBM Plex Mono Text"/>
              </a:rPr>
              <a:t>• Ranking of all landing outcomes between 2010/06/04 and 2017/03/20:</a:t>
            </a:r>
            <a:endParaRPr lang="en-US" dirty="0"/>
          </a:p>
          <a:p>
            <a:pPr>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pic>
        <p:nvPicPr>
          <p:cNvPr id="4" name="Picture 6" descr="Graphical user interface, application&#10;&#10;Description automatically generated">
            <a:extLst>
              <a:ext uri="{FF2B5EF4-FFF2-40B4-BE49-F238E27FC236}">
                <a16:creationId xmlns:a16="http://schemas.microsoft.com/office/drawing/2014/main" id="{DFCAD951-8EC0-B4E2-4A04-7429A7789253}"/>
              </a:ext>
            </a:extLst>
          </p:cNvPr>
          <p:cNvPicPr>
            <a:picLocks noChangeAspect="1"/>
          </p:cNvPicPr>
          <p:nvPr/>
        </p:nvPicPr>
        <p:blipFill>
          <a:blip r:embed="rId2"/>
          <a:stretch>
            <a:fillRect/>
          </a:stretch>
        </p:blipFill>
        <p:spPr>
          <a:xfrm>
            <a:off x="4450389" y="2547162"/>
            <a:ext cx="3229197" cy="3987652"/>
          </a:xfrm>
          <a:prstGeom prst="rect">
            <a:avLst/>
          </a:prstGeom>
        </p:spPr>
      </p:pic>
    </p:spTree>
    <p:extLst>
      <p:ext uri="{BB962C8B-B14F-4D97-AF65-F5344CB8AC3E}">
        <p14:creationId xmlns:p14="http://schemas.microsoft.com/office/powerpoint/2010/main" val="1236553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pPr algn="ctr"/>
            <a:r>
              <a:rPr lang="en-US" dirty="0">
                <a:latin typeface="IBM Plex Mono SemiBold"/>
              </a:rPr>
              <a:t>LAUNCH SITES PROXIMITY ANALYSIS</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marL="0" indent="0">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pic>
        <p:nvPicPr>
          <p:cNvPr id="4" name="Picture 4" descr="A picture containing grass, sky, outdoor, plane&#10;&#10;Description automatically generated">
            <a:extLst>
              <a:ext uri="{FF2B5EF4-FFF2-40B4-BE49-F238E27FC236}">
                <a16:creationId xmlns:a16="http://schemas.microsoft.com/office/drawing/2014/main" id="{2E8386EE-24D7-220C-B8DB-CC66B0B2DE5C}"/>
              </a:ext>
            </a:extLst>
          </p:cNvPr>
          <p:cNvPicPr>
            <a:picLocks noChangeAspect="1"/>
          </p:cNvPicPr>
          <p:nvPr/>
        </p:nvPicPr>
        <p:blipFill>
          <a:blip r:embed="rId2"/>
          <a:stretch>
            <a:fillRect/>
          </a:stretch>
        </p:blipFill>
        <p:spPr>
          <a:xfrm>
            <a:off x="2476500" y="1562100"/>
            <a:ext cx="7229475" cy="4819650"/>
          </a:xfrm>
          <a:prstGeom prst="rect">
            <a:avLst/>
          </a:prstGeom>
        </p:spPr>
      </p:pic>
    </p:spTree>
    <p:extLst>
      <p:ext uri="{BB962C8B-B14F-4D97-AF65-F5344CB8AC3E}">
        <p14:creationId xmlns:p14="http://schemas.microsoft.com/office/powerpoint/2010/main" val="32265356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ALL LAUNCH SITES</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r>
              <a:rPr sz="2200">
                <a:latin typeface="IBM Plex Mono Text"/>
              </a:rPr>
              <a:t>• Launch sites are near the sea, but not too far from roads and railroads.</a:t>
            </a:r>
            <a:endParaRPr lang="en-US"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pic>
        <p:nvPicPr>
          <p:cNvPr id="5" name="Picture 5" descr="Map&#10;&#10;Description automatically generated">
            <a:extLst>
              <a:ext uri="{FF2B5EF4-FFF2-40B4-BE49-F238E27FC236}">
                <a16:creationId xmlns:a16="http://schemas.microsoft.com/office/drawing/2014/main" id="{4F6FAE36-BD3E-9EB5-C6B6-3B8F4327034A}"/>
              </a:ext>
            </a:extLst>
          </p:cNvPr>
          <p:cNvPicPr>
            <a:picLocks noChangeAspect="1"/>
          </p:cNvPicPr>
          <p:nvPr/>
        </p:nvPicPr>
        <p:blipFill>
          <a:blip r:embed="rId2"/>
          <a:stretch>
            <a:fillRect/>
          </a:stretch>
        </p:blipFill>
        <p:spPr>
          <a:xfrm>
            <a:off x="3014331" y="1718833"/>
            <a:ext cx="6154478" cy="3739309"/>
          </a:xfrm>
          <a:prstGeom prst="rect">
            <a:avLst/>
          </a:prstGeom>
        </p:spPr>
      </p:pic>
    </p:spTree>
    <p:extLst>
      <p:ext uri="{BB962C8B-B14F-4D97-AF65-F5344CB8AC3E}">
        <p14:creationId xmlns:p14="http://schemas.microsoft.com/office/powerpoint/2010/main" val="1181809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LAUNCH OUTCOME BY SITE</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lnSpcReduction="10000"/>
          </a:bodyPr>
          <a:lstStyle/>
          <a:p>
            <a:pPr>
              <a:buNone/>
            </a:pPr>
            <a:r>
              <a:rPr sz="2200">
                <a:latin typeface="IBM Plex Mono Text"/>
              </a:rPr>
              <a:t>• Example of launch outcomes at KSC LC-39A</a:t>
            </a:r>
            <a:endParaRPr lang="en-US" dirty="0"/>
          </a:p>
          <a:p>
            <a:pPr>
              <a:buNone/>
            </a:pPr>
            <a:endParaRPr lang="en-US" sz="2200" dirty="0">
              <a:latin typeface="IBM Plex Mono Text"/>
            </a:endParaRPr>
          </a:p>
          <a:p>
            <a:pPr>
              <a:buNone/>
            </a:pPr>
            <a:endParaRPr lang="en-US" sz="2200" dirty="0">
              <a:latin typeface="IBM Plex Mono Text"/>
            </a:endParaRPr>
          </a:p>
          <a:p>
            <a:pPr>
              <a:buNone/>
            </a:pPr>
            <a:endParaRPr lang="en-US" sz="2200" dirty="0">
              <a:latin typeface="IBM Plex Mono Text"/>
            </a:endParaRPr>
          </a:p>
          <a:p>
            <a:pPr>
              <a:buNone/>
            </a:pPr>
            <a:endParaRPr lang="en-US" sz="2200" dirty="0">
              <a:latin typeface="IBM Plex Mono Text"/>
            </a:endParaRPr>
          </a:p>
          <a:p>
            <a:pPr>
              <a:buNone/>
            </a:pPr>
            <a:endParaRPr lang="en-US" sz="2200" dirty="0">
              <a:latin typeface="IBM Plex Mono Text"/>
            </a:endParaRPr>
          </a:p>
          <a:p>
            <a:pPr>
              <a:buNone/>
            </a:pPr>
            <a:endParaRPr lang="en-US" sz="2200" dirty="0">
              <a:latin typeface="IBM Plex Mono Text"/>
            </a:endParaRPr>
          </a:p>
          <a:p>
            <a:pPr>
              <a:buNone/>
            </a:pPr>
            <a:endParaRPr lang="en-US" sz="2200" dirty="0">
              <a:latin typeface="IBM Plex Mono Text"/>
            </a:endParaRPr>
          </a:p>
          <a:p>
            <a:pPr>
              <a:buNone/>
            </a:pPr>
            <a:endParaRPr lang="en-US" sz="2200" dirty="0">
              <a:latin typeface="IBM Plex Mono Text"/>
            </a:endParaRPr>
          </a:p>
          <a:p>
            <a:pPr>
              <a:buNone/>
            </a:pPr>
            <a:r>
              <a:rPr sz="2200">
                <a:latin typeface="IBM Plex Mono Text"/>
              </a:rPr>
              <a:t>• Green markers indicate successes; red markers indicate failures</a:t>
            </a:r>
            <a:endParaRPr lang="en-US" dirty="0"/>
          </a:p>
        </p:txBody>
      </p:sp>
      <p:pic>
        <p:nvPicPr>
          <p:cNvPr id="5" name="Picture 5">
            <a:extLst>
              <a:ext uri="{FF2B5EF4-FFF2-40B4-BE49-F238E27FC236}">
                <a16:creationId xmlns:a16="http://schemas.microsoft.com/office/drawing/2014/main" id="{8C1C9BF0-406A-A7E5-DD83-4F3F8391DCD1}"/>
              </a:ext>
            </a:extLst>
          </p:cNvPr>
          <p:cNvPicPr>
            <a:picLocks noChangeAspect="1"/>
          </p:cNvPicPr>
          <p:nvPr/>
        </p:nvPicPr>
        <p:blipFill>
          <a:blip r:embed="rId2"/>
          <a:stretch>
            <a:fillRect/>
          </a:stretch>
        </p:blipFill>
        <p:spPr>
          <a:xfrm>
            <a:off x="1472611" y="2445366"/>
            <a:ext cx="9237919" cy="3039380"/>
          </a:xfrm>
          <a:prstGeom prst="rect">
            <a:avLst/>
          </a:prstGeom>
        </p:spPr>
      </p:pic>
    </p:spTree>
    <p:extLst>
      <p:ext uri="{BB962C8B-B14F-4D97-AF65-F5344CB8AC3E}">
        <p14:creationId xmlns:p14="http://schemas.microsoft.com/office/powerpoint/2010/main" val="4082805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LOGISTIC AND SAFETY</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lnSpcReduction="10000"/>
          </a:bodyPr>
          <a:lstStyle/>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r>
              <a:rPr sz="2200">
                <a:latin typeface="IBM Plex Mono Text"/>
              </a:rPr>
              <a:t>• KSC LC-39A has good logistical advantages, being located near railways and roads; however, it is relatively far from inhabited areas.</a:t>
            </a:r>
            <a:endParaRPr lang="en-US"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pic>
        <p:nvPicPr>
          <p:cNvPr id="4" name="Picture 5" descr="Map&#10;&#10;Description automatically generated">
            <a:extLst>
              <a:ext uri="{FF2B5EF4-FFF2-40B4-BE49-F238E27FC236}">
                <a16:creationId xmlns:a16="http://schemas.microsoft.com/office/drawing/2014/main" id="{BD56BF8E-2E96-4AE8-3F9D-A5C486BFA740}"/>
              </a:ext>
            </a:extLst>
          </p:cNvPr>
          <p:cNvPicPr>
            <a:picLocks noChangeAspect="1"/>
          </p:cNvPicPr>
          <p:nvPr/>
        </p:nvPicPr>
        <p:blipFill>
          <a:blip r:embed="rId2"/>
          <a:stretch>
            <a:fillRect/>
          </a:stretch>
        </p:blipFill>
        <p:spPr>
          <a:xfrm>
            <a:off x="3926958" y="1578142"/>
            <a:ext cx="4338084" cy="3559949"/>
          </a:xfrm>
          <a:prstGeom prst="rect">
            <a:avLst/>
          </a:prstGeom>
        </p:spPr>
      </p:pic>
    </p:spTree>
    <p:extLst>
      <p:ext uri="{BB962C8B-B14F-4D97-AF65-F5344CB8AC3E}">
        <p14:creationId xmlns:p14="http://schemas.microsoft.com/office/powerpoint/2010/main" val="2003160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l="-3000" r="-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pPr algn="ctr"/>
            <a:r>
              <a:rPr lang="en-US" b="1" i="1" dirty="0">
                <a:solidFill>
                  <a:srgbClr val="92D050"/>
                </a:solidFill>
                <a:latin typeface="IBM Plex Mono SemiBold"/>
              </a:rPr>
              <a:t>PLOTLY DASH DASHBOARD</a:t>
            </a:r>
            <a:endParaRPr lang="en-US" b="1" i="1" dirty="0">
              <a:solidFill>
                <a:srgbClr val="92D050"/>
              </a:solidFill>
            </a:endParaRPr>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marL="0" indent="0">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spTree>
    <p:extLst>
      <p:ext uri="{BB962C8B-B14F-4D97-AF65-F5344CB8AC3E}">
        <p14:creationId xmlns:p14="http://schemas.microsoft.com/office/powerpoint/2010/main" val="167378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SUCCESSFUL LAUNCHES BY SITE</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r>
              <a:rPr sz="2200">
                <a:latin typeface="IBM Plex Mono Text"/>
              </a:rPr>
              <a:t>• Launch locations seem to be a very important factor for mission success.</a:t>
            </a:r>
            <a:endParaRPr lang="en-US"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pic>
        <p:nvPicPr>
          <p:cNvPr id="5" name="Picture 5" descr="Chart, pie chart&#10;&#10;Description automatically generated">
            <a:extLst>
              <a:ext uri="{FF2B5EF4-FFF2-40B4-BE49-F238E27FC236}">
                <a16:creationId xmlns:a16="http://schemas.microsoft.com/office/drawing/2014/main" id="{85566621-18E5-A1B3-5661-24BB0CECB3EA}"/>
              </a:ext>
            </a:extLst>
          </p:cNvPr>
          <p:cNvPicPr>
            <a:picLocks noChangeAspect="1"/>
          </p:cNvPicPr>
          <p:nvPr/>
        </p:nvPicPr>
        <p:blipFill>
          <a:blip r:embed="rId2"/>
          <a:stretch>
            <a:fillRect/>
          </a:stretch>
        </p:blipFill>
        <p:spPr>
          <a:xfrm>
            <a:off x="523875" y="1839092"/>
            <a:ext cx="11144250" cy="3322690"/>
          </a:xfrm>
          <a:prstGeom prst="rect">
            <a:avLst/>
          </a:prstGeom>
        </p:spPr>
      </p:pic>
    </p:spTree>
    <p:extLst>
      <p:ext uri="{BB962C8B-B14F-4D97-AF65-F5344CB8AC3E}">
        <p14:creationId xmlns:p14="http://schemas.microsoft.com/office/powerpoint/2010/main" val="3275203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KSC LC-39A LAUNCH SUCCESS RATIO</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r>
              <a:rPr sz="2200">
                <a:latin typeface="IBM Plex Mono Text"/>
              </a:rPr>
              <a:t>• 76.9% of launches are successful at this site.</a:t>
            </a:r>
            <a:endParaRPr lang="en-US"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pic>
        <p:nvPicPr>
          <p:cNvPr id="4" name="Picture 5" descr="Chart, pie chart&#10;&#10;Description automatically generated">
            <a:extLst>
              <a:ext uri="{FF2B5EF4-FFF2-40B4-BE49-F238E27FC236}">
                <a16:creationId xmlns:a16="http://schemas.microsoft.com/office/drawing/2014/main" id="{12E00541-B8B3-6C35-F776-CAFC75BA157A}"/>
              </a:ext>
            </a:extLst>
          </p:cNvPr>
          <p:cNvPicPr>
            <a:picLocks noChangeAspect="1"/>
          </p:cNvPicPr>
          <p:nvPr/>
        </p:nvPicPr>
        <p:blipFill>
          <a:blip r:embed="rId2"/>
          <a:stretch>
            <a:fillRect/>
          </a:stretch>
        </p:blipFill>
        <p:spPr>
          <a:xfrm>
            <a:off x="2257425" y="1715108"/>
            <a:ext cx="7629525" cy="3646859"/>
          </a:xfrm>
          <a:prstGeom prst="rect">
            <a:avLst/>
          </a:prstGeom>
        </p:spPr>
      </p:pic>
    </p:spTree>
    <p:extLst>
      <p:ext uri="{BB962C8B-B14F-4D97-AF65-F5344CB8AC3E}">
        <p14:creationId xmlns:p14="http://schemas.microsoft.com/office/powerpoint/2010/main" val="3545425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PAYLOAD VS LAUNCH OUTCOME</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r>
              <a:rPr sz="2200">
                <a:latin typeface="IBM Plex Mono Text"/>
              </a:rPr>
              <a:t>• Payloads below 6,000 kg with FT boosters are the most successful combination.</a:t>
            </a:r>
            <a:endParaRPr lang="en-US"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pic>
        <p:nvPicPr>
          <p:cNvPr id="5" name="Picture 5" descr="Chart, scatter chart&#10;&#10;Description automatically generated">
            <a:extLst>
              <a:ext uri="{FF2B5EF4-FFF2-40B4-BE49-F238E27FC236}">
                <a16:creationId xmlns:a16="http://schemas.microsoft.com/office/drawing/2014/main" id="{9484C3A7-F671-112F-58A3-2B0078BD43FB}"/>
              </a:ext>
            </a:extLst>
          </p:cNvPr>
          <p:cNvPicPr>
            <a:picLocks noChangeAspect="1"/>
          </p:cNvPicPr>
          <p:nvPr/>
        </p:nvPicPr>
        <p:blipFill>
          <a:blip r:embed="rId2"/>
          <a:stretch>
            <a:fillRect/>
          </a:stretch>
        </p:blipFill>
        <p:spPr>
          <a:xfrm>
            <a:off x="2609850" y="1576966"/>
            <a:ext cx="6972300" cy="3885043"/>
          </a:xfrm>
          <a:prstGeom prst="rect">
            <a:avLst/>
          </a:prstGeom>
        </p:spPr>
      </p:pic>
    </p:spTree>
    <p:extLst>
      <p:ext uri="{BB962C8B-B14F-4D97-AF65-F5344CB8AC3E}">
        <p14:creationId xmlns:p14="http://schemas.microsoft.com/office/powerpoint/2010/main" val="40444214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PAYLOAD VS LAUNCH OUTCOME</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2064857"/>
            <a:ext cx="10520259" cy="4112106"/>
          </a:xfrm>
        </p:spPr>
        <p:txBody>
          <a:bodyPr vert="horz" lIns="91440" tIns="45720" rIns="91440" bIns="45720" rtlCol="0" anchor="t">
            <a:normAutofit/>
          </a:bodyPr>
          <a:lstStyle/>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endParaRPr lang="en-US" sz="2200" dirty="0">
              <a:latin typeface="IBM Plex Mono Text"/>
            </a:endParaRPr>
          </a:p>
          <a:p>
            <a:pPr marL="0" indent="0">
              <a:buNone/>
            </a:pPr>
            <a:r>
              <a:rPr sz="2200">
                <a:latin typeface="IBM Plex Mono Text"/>
              </a:rPr>
              <a:t>• Not enough data are available to estimate the risks of launches over 7,000 kg.</a:t>
            </a:r>
            <a:endParaRPr lang="en-US"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pic>
        <p:nvPicPr>
          <p:cNvPr id="4" name="Picture 5" descr="Table&#10;&#10;Description automatically generated">
            <a:extLst>
              <a:ext uri="{FF2B5EF4-FFF2-40B4-BE49-F238E27FC236}">
                <a16:creationId xmlns:a16="http://schemas.microsoft.com/office/drawing/2014/main" id="{7C35E558-8B90-31FB-9546-FB774E562775}"/>
              </a:ext>
            </a:extLst>
          </p:cNvPr>
          <p:cNvPicPr>
            <a:picLocks noChangeAspect="1"/>
          </p:cNvPicPr>
          <p:nvPr/>
        </p:nvPicPr>
        <p:blipFill>
          <a:blip r:embed="rId2"/>
          <a:stretch>
            <a:fillRect/>
          </a:stretch>
        </p:blipFill>
        <p:spPr>
          <a:xfrm>
            <a:off x="2733675" y="1591849"/>
            <a:ext cx="6667500" cy="3750501"/>
          </a:xfrm>
          <a:prstGeom prst="rect">
            <a:avLst/>
          </a:prstGeom>
        </p:spPr>
      </p:pic>
    </p:spTree>
    <p:extLst>
      <p:ext uri="{BB962C8B-B14F-4D97-AF65-F5344CB8AC3E}">
        <p14:creationId xmlns:p14="http://schemas.microsoft.com/office/powerpoint/2010/main" val="1378938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b="1" i="1" dirty="0">
                <a:solidFill>
                  <a:srgbClr val="FF0000"/>
                </a:solidFill>
                <a:latin typeface="IBM Plex Mono SemiBold"/>
              </a:rPr>
              <a:t>PREDICTIVE ANALYSIS</a:t>
            </a:r>
          </a:p>
        </p:txBody>
      </p:sp>
    </p:spTree>
    <p:extLst>
      <p:ext uri="{BB962C8B-B14F-4D97-AF65-F5344CB8AC3E}">
        <p14:creationId xmlns:p14="http://schemas.microsoft.com/office/powerpoint/2010/main" val="3646302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CLASSIFICATION ACCURACY</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1664807"/>
            <a:ext cx="10520259" cy="4112106"/>
          </a:xfrm>
        </p:spPr>
        <p:txBody>
          <a:bodyPr vert="horz" lIns="91440" tIns="45720" rIns="91440" bIns="45720" rtlCol="0" anchor="t">
            <a:normAutofit/>
          </a:bodyPr>
          <a:lstStyle/>
          <a:p>
            <a:pPr marL="0" indent="0">
              <a:buNone/>
            </a:pPr>
            <a:r>
              <a:rPr sz="2200">
                <a:latin typeface="IBM Plex Mono Text"/>
              </a:rPr>
              <a:t>• Four classification models were tested, and their accuracies were plotted.</a:t>
            </a:r>
            <a:endParaRPr lang="en-US" dirty="0"/>
          </a:p>
          <a:p>
            <a:pPr marL="0" indent="0">
              <a:buNone/>
            </a:pPr>
            <a:endParaRPr lang="en-US" sz="2200" dirty="0">
              <a:latin typeface="IBM Plex Mono Text"/>
            </a:endParaRPr>
          </a:p>
          <a:p>
            <a:pPr marL="0" indent="0">
              <a:buNone/>
            </a:pPr>
            <a:r>
              <a:rPr sz="2200">
                <a:latin typeface="IBM Plex Mono Text"/>
              </a:rPr>
              <a:t>• The model with the highest classification accuracy is the Decision Tree Classifier, whose accuracy score is above 87%.</a:t>
            </a:r>
            <a:endParaRPr lang="en-US"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pic>
        <p:nvPicPr>
          <p:cNvPr id="6" name="Picture 6" descr="Chart, bar chart&#10;&#10;Description automatically generated">
            <a:extLst>
              <a:ext uri="{FF2B5EF4-FFF2-40B4-BE49-F238E27FC236}">
                <a16:creationId xmlns:a16="http://schemas.microsoft.com/office/drawing/2014/main" id="{1BE283A8-19C0-3B90-AA08-BE29D9E3B7C5}"/>
              </a:ext>
            </a:extLst>
          </p:cNvPr>
          <p:cNvPicPr>
            <a:picLocks noChangeAspect="1"/>
          </p:cNvPicPr>
          <p:nvPr/>
        </p:nvPicPr>
        <p:blipFill>
          <a:blip r:embed="rId2"/>
          <a:stretch>
            <a:fillRect/>
          </a:stretch>
        </p:blipFill>
        <p:spPr>
          <a:xfrm>
            <a:off x="7478074" y="3160742"/>
            <a:ext cx="4154311" cy="3077208"/>
          </a:xfrm>
          <a:prstGeom prst="rect">
            <a:avLst/>
          </a:prstGeom>
        </p:spPr>
      </p:pic>
    </p:spTree>
    <p:extLst>
      <p:ext uri="{BB962C8B-B14F-4D97-AF65-F5344CB8AC3E}">
        <p14:creationId xmlns:p14="http://schemas.microsoft.com/office/powerpoint/2010/main" val="66872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CONFUSION MATRIX OF DECISION TREE</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1664807"/>
            <a:ext cx="10520259" cy="4112106"/>
          </a:xfrm>
        </p:spPr>
        <p:txBody>
          <a:bodyPr vert="horz" lIns="91440" tIns="45720" rIns="91440" bIns="45720" rtlCol="0" anchor="t">
            <a:normAutofit/>
          </a:bodyPr>
          <a:lstStyle/>
          <a:p>
            <a:pPr marL="0" indent="0">
              <a:buNone/>
            </a:pPr>
            <a:r>
              <a:rPr sz="2200">
                <a:latin typeface="IBM Plex Mono Text"/>
              </a:rPr>
              <a:t>• The confusion matrix of the Decision Tree Classifier supports its accuracy by showing large numbers of true positives and true negatives compared to false positives and false negatives.</a:t>
            </a:r>
            <a:endParaRPr lang="en-US"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pic>
        <p:nvPicPr>
          <p:cNvPr id="4" name="Picture 4" descr="Graphical user interface, application&#10;&#10;Description automatically generated">
            <a:extLst>
              <a:ext uri="{FF2B5EF4-FFF2-40B4-BE49-F238E27FC236}">
                <a16:creationId xmlns:a16="http://schemas.microsoft.com/office/drawing/2014/main" id="{7A772B25-5EAE-0633-970E-B096C3A9EA1C}"/>
              </a:ext>
            </a:extLst>
          </p:cNvPr>
          <p:cNvPicPr>
            <a:picLocks noChangeAspect="1"/>
          </p:cNvPicPr>
          <p:nvPr/>
        </p:nvPicPr>
        <p:blipFill>
          <a:blip r:embed="rId2"/>
          <a:stretch>
            <a:fillRect/>
          </a:stretch>
        </p:blipFill>
        <p:spPr>
          <a:xfrm>
            <a:off x="3457575" y="2426349"/>
            <a:ext cx="5276850" cy="4005552"/>
          </a:xfrm>
          <a:prstGeom prst="rect">
            <a:avLst/>
          </a:prstGeom>
        </p:spPr>
      </p:pic>
    </p:spTree>
    <p:extLst>
      <p:ext uri="{BB962C8B-B14F-4D97-AF65-F5344CB8AC3E}">
        <p14:creationId xmlns:p14="http://schemas.microsoft.com/office/powerpoint/2010/main" val="29573278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CONCLUSIONS</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1664807"/>
            <a:ext cx="10520259" cy="4112106"/>
          </a:xfrm>
        </p:spPr>
        <p:txBody>
          <a:bodyPr vert="horz" lIns="91440" tIns="45720" rIns="91440" bIns="45720" rtlCol="0" anchor="t">
            <a:normAutofit fontScale="92500" lnSpcReduction="10000"/>
          </a:bodyPr>
          <a:lstStyle/>
          <a:p>
            <a:pPr>
              <a:buNone/>
            </a:pPr>
            <a:r>
              <a:rPr sz="2200">
                <a:latin typeface="IBM Plex Mono Text"/>
              </a:rPr>
              <a:t>• Different data sources were analysed</a:t>
            </a:r>
            <a:endParaRPr lang="en-US" dirty="0"/>
          </a:p>
          <a:p>
            <a:pPr>
              <a:buNone/>
            </a:pPr>
            <a:endParaRPr lang="en-US" sz="2200" dirty="0">
              <a:latin typeface="IBM Plex Mono Text"/>
            </a:endParaRPr>
          </a:p>
          <a:p>
            <a:pPr>
              <a:buNone/>
            </a:pPr>
            <a:r>
              <a:rPr sz="2200">
                <a:latin typeface="IBM Plex Mono Text"/>
              </a:rPr>
              <a:t>• The best launch site is KSC LC-39A</a:t>
            </a:r>
            <a:endParaRPr lang="en-US" dirty="0"/>
          </a:p>
          <a:p>
            <a:pPr>
              <a:buNone/>
            </a:pPr>
            <a:endParaRPr lang="en-US" sz="2200" dirty="0">
              <a:latin typeface="IBM Plex Mono Text"/>
            </a:endParaRPr>
          </a:p>
          <a:p>
            <a:pPr>
              <a:buNone/>
            </a:pPr>
            <a:r>
              <a:rPr sz="2200">
                <a:latin typeface="IBM Plex Mono Text"/>
              </a:rPr>
              <a:t>• There are not enough data to reliably estimate the risk of launches above 7,000 kg</a:t>
            </a:r>
            <a:endParaRPr lang="en-US" dirty="0"/>
          </a:p>
          <a:p>
            <a:pPr>
              <a:buNone/>
            </a:pPr>
            <a:endParaRPr lang="en-US" sz="2200" dirty="0">
              <a:latin typeface="IBM Plex Mono Text"/>
            </a:endParaRPr>
          </a:p>
          <a:p>
            <a:pPr>
              <a:buNone/>
            </a:pPr>
            <a:r>
              <a:rPr sz="2200">
                <a:latin typeface="IBM Plex Mono Text"/>
              </a:rPr>
              <a:t>• Although most mission outcomes are successful, successful landing outcomes appear to improve over time with the evolution of processes and rockets</a:t>
            </a:r>
            <a:endParaRPr lang="en-US" dirty="0"/>
          </a:p>
          <a:p>
            <a:pPr>
              <a:buNone/>
            </a:pPr>
            <a:endParaRPr lang="en-US" sz="2200" dirty="0"/>
          </a:p>
          <a:p>
            <a:pPr>
              <a:buNone/>
            </a:pPr>
            <a:r>
              <a:rPr sz="2200">
                <a:latin typeface="IBM Plex Mono Text"/>
              </a:rPr>
              <a:t>• The Decision Tree Classifier can be used to predict successful landings and</a:t>
            </a:r>
            <a:endParaRPr lang="en-US"/>
          </a:p>
          <a:p>
            <a:pPr marL="0" indent="0">
              <a:buNone/>
            </a:pPr>
            <a:r>
              <a:rPr sz="2200">
                <a:latin typeface="IBM Plex Mono Text"/>
              </a:rPr>
              <a:t>increase profitability.</a:t>
            </a:r>
            <a:endParaRPr lang="en-US"/>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spTree>
    <p:extLst>
      <p:ext uri="{BB962C8B-B14F-4D97-AF65-F5344CB8AC3E}">
        <p14:creationId xmlns:p14="http://schemas.microsoft.com/office/powerpoint/2010/main" val="5913669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3BEC0-94F5-4226-A9E7-51B66045EF49}"/>
              </a:ext>
            </a:extLst>
          </p:cNvPr>
          <p:cNvSpPr>
            <a:spLocks noGrp="1"/>
          </p:cNvSpPr>
          <p:nvPr>
            <p:ph type="title"/>
          </p:nvPr>
        </p:nvSpPr>
        <p:spPr>
          <a:xfrm>
            <a:off x="782053" y="376642"/>
            <a:ext cx="10571118" cy="1343283"/>
          </a:xfrm>
        </p:spPr>
        <p:txBody>
          <a:bodyPr anchor="ctr">
            <a:normAutofit/>
          </a:bodyPr>
          <a:lstStyle/>
          <a:p>
            <a:r>
              <a:rPr lang="en-US" dirty="0">
                <a:latin typeface="IBM Plex Mono SemiBold"/>
              </a:rPr>
              <a:t>APPENDIX</a:t>
            </a:r>
            <a:endParaRPr lang="en-US" dirty="0"/>
          </a:p>
        </p:txBody>
      </p:sp>
      <p:sp>
        <p:nvSpPr>
          <p:cNvPr id="3" name="Content Placeholder 2">
            <a:extLst>
              <a:ext uri="{FF2B5EF4-FFF2-40B4-BE49-F238E27FC236}">
                <a16:creationId xmlns:a16="http://schemas.microsoft.com/office/drawing/2014/main" id="{902FD5C4-FE5F-46D2-ABC9-49FA4BB8442F}"/>
              </a:ext>
            </a:extLst>
          </p:cNvPr>
          <p:cNvSpPr>
            <a:spLocks noGrp="1"/>
          </p:cNvSpPr>
          <p:nvPr>
            <p:ph sz="half" idx="2"/>
          </p:nvPr>
        </p:nvSpPr>
        <p:spPr>
          <a:xfrm>
            <a:off x="833541" y="1664807"/>
            <a:ext cx="10520259" cy="4112106"/>
          </a:xfrm>
        </p:spPr>
        <p:txBody>
          <a:bodyPr vert="horz" lIns="91440" tIns="45720" rIns="91440" bIns="45720" rtlCol="0" anchor="t">
            <a:normAutofit/>
          </a:bodyPr>
          <a:lstStyle/>
          <a:p>
            <a:pPr marL="0" indent="0">
              <a:buNone/>
            </a:pPr>
            <a:r>
              <a:rPr sz="2200">
                <a:latin typeface="IBM Plex Mono Text"/>
              </a:rPr>
              <a:t>• As an improvement for model tests, it is important to set a value for the np.random.seed variable</a:t>
            </a:r>
            <a:endParaRPr lang="en-US">
              <a:latin typeface="IBM Plex Mono Text"/>
            </a:endParaRPr>
          </a:p>
          <a:p>
            <a:pPr>
              <a:buNone/>
            </a:pPr>
            <a:endParaRPr lang="en-US" sz="2200" dirty="0">
              <a:latin typeface="IBM Plex Mono Text"/>
            </a:endParaRPr>
          </a:p>
          <a:p>
            <a:pPr>
              <a:buNone/>
            </a:pPr>
            <a:r>
              <a:rPr sz="2200">
                <a:latin typeface="IBM Plex Mono Text"/>
              </a:rPr>
              <a:t>• Folium did not show maps on GitHub, so screenshots were taken from JupyterLab</a:t>
            </a:r>
            <a:endParaRPr lang="en-US" dirty="0"/>
          </a:p>
          <a:p>
            <a:pPr>
              <a:buNone/>
            </a:pPr>
            <a:endParaRPr lang="en-US" sz="2200" dirty="0"/>
          </a:p>
          <a:p>
            <a:pPr>
              <a:buNone/>
            </a:pPr>
            <a:endParaRPr lang="en-US" sz="2200" dirty="0"/>
          </a:p>
          <a:p>
            <a:pPr>
              <a:buNone/>
            </a:pPr>
            <a:endParaRPr lang="en-US" sz="2200" dirty="0"/>
          </a:p>
          <a:p>
            <a:pPr>
              <a:buNone/>
            </a:pPr>
            <a:endParaRPr lang="en-US" sz="2200" dirty="0">
              <a:latin typeface="IBM Plex Mono Text"/>
            </a:endParaRPr>
          </a:p>
        </p:txBody>
      </p:sp>
    </p:spTree>
    <p:extLst>
      <p:ext uri="{BB962C8B-B14F-4D97-AF65-F5344CB8AC3E}">
        <p14:creationId xmlns:p14="http://schemas.microsoft.com/office/powerpoint/2010/main" val="2989057213"/>
      </p:ext>
    </p:extLst>
  </p:cSld>
  <p:clrMapOvr>
    <a:masterClrMapping/>
  </p:clrMapOvr>
</p:sld>
</file>

<file path=ppt/theme/theme1.xml><?xml version="1.0" encoding="utf-8"?>
<a:theme xmlns:a="http://schemas.openxmlformats.org/drawingml/2006/main" name="SLIDE_TEMPLATE_skill_netwo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IBM Plex Sans SemiBold"/>
        <a:ea typeface=""/>
        <a:cs typeface=""/>
      </a:majorFont>
      <a:minorFont>
        <a:latin typeface="IBM Plex Sans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final PPT template.pptx" id="{F28CB670-EDE3-4FD8-A231-7FA031A67C03}" vid="{06644C38-457B-4174-9AD6-1A9A0DF394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1" ma:contentTypeDescription="Create a new document." ma:contentTypeScope="" ma:versionID="4bc1015ece1c23b1ef2f55a62f11494f">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efbf6837a43ed91190e40f849f23a13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887AE8FE-83F0-42D0-BB5E-14AD3FB1DE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436</TotalTime>
  <Words>1676</Words>
  <Application>Microsoft Office PowerPoint</Application>
  <PresentationFormat>Widescreen</PresentationFormat>
  <Paragraphs>331</Paragraphs>
  <Slides>38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Calibri</vt:lpstr>
      <vt:lpstr>Helv</vt:lpstr>
      <vt:lpstr>IBM Plex Mono SemiBold</vt:lpstr>
      <vt:lpstr>IBM Plex Mono Text</vt:lpstr>
      <vt:lpstr>IBM Plex Sans Text</vt:lpstr>
      <vt:lpstr>SLIDE_TEMPLATE_skill_network</vt:lpstr>
      <vt:lpstr>Saving Private Rockets with Data Science  Predicting SpaceX Falcon 9 Landing Success Using Machine Learning</vt:lpstr>
      <vt:lpstr>OUTLINE</vt:lpstr>
      <vt:lpstr>EXECUTIVE SUMMARY</vt:lpstr>
      <vt:lpstr>INTRODUCTION</vt:lpstr>
      <vt:lpstr>METHODOLOGY</vt:lpstr>
      <vt:lpstr>METHODOLOGY</vt:lpstr>
      <vt:lpstr>METHODOLOGY</vt:lpstr>
      <vt:lpstr>DATA COLLECTION</vt:lpstr>
      <vt:lpstr>SPACEX API</vt:lpstr>
      <vt:lpstr>WEB SCRAPING</vt:lpstr>
      <vt:lpstr>DATA WRANGLING</vt:lpstr>
      <vt:lpstr>EDA WITH SQL</vt:lpstr>
      <vt:lpstr>EDA WITH DATA VISUALISATION</vt:lpstr>
      <vt:lpstr>INTERACTIVE MAPS WITH FOLIUM</vt:lpstr>
      <vt:lpstr>DASHBOARD WITH PLOTLY DASH</vt:lpstr>
      <vt:lpstr>PREDICTIVE ANALYSIS</vt:lpstr>
      <vt:lpstr>RESULTS</vt:lpstr>
      <vt:lpstr>RESULTS</vt:lpstr>
      <vt:lpstr>DISCUSSION</vt:lpstr>
      <vt:lpstr>SUCCESS RATE VS ORBIT TYPE</vt:lpstr>
      <vt:lpstr>FLIGHT N° VS ORBIT TYPE</vt:lpstr>
      <vt:lpstr>LAUNCH SUCCESS YEARLY TREND</vt:lpstr>
      <vt:lpstr>SUCCESSFUL AND FAILURE OUTCOMES</vt:lpstr>
      <vt:lpstr>RANKING OF LANDING OUTCOMES</vt:lpstr>
      <vt:lpstr>LAUNCH SITES PROXIMITY ANALYSIS</vt:lpstr>
      <vt:lpstr>ALL LAUNCH SITES</vt:lpstr>
      <vt:lpstr>LAUNCH OUTCOME BY SITE</vt:lpstr>
      <vt:lpstr>LOGISTIC AND SAFETY</vt:lpstr>
      <vt:lpstr>PLOTLY DASH DASHBOARD</vt:lpstr>
      <vt:lpstr>SUCCESSFUL LAUNCHES BY SITE</vt:lpstr>
      <vt:lpstr>KSC LC-39A LAUNCH SUCCESS RATIO</vt:lpstr>
      <vt:lpstr>PAYLOAD VS LAUNCH OUTCOME</vt:lpstr>
      <vt:lpstr>PAYLOAD VS LAUNCH OUTCOME</vt:lpstr>
      <vt:lpstr>PREDICTIVE ANALYSIS</vt:lpstr>
      <vt:lpstr>CLASSIFICATION ACCURACY</vt:lpstr>
      <vt:lpstr>CONFUSION MATRIX OF DECISION TREE</vt:lpstr>
      <vt:lpstr>CONCLUSIONS</vt:lpstr>
      <vt:lpstr>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TRENDS</dc:title>
  <dc:creator>Steve Hord</dc:creator>
  <cp:lastModifiedBy>Matteo Meloni</cp:lastModifiedBy>
  <cp:revision>915</cp:revision>
  <dcterms:created xsi:type="dcterms:W3CDTF">2020-10-28T18:29:43Z</dcterms:created>
  <dcterms:modified xsi:type="dcterms:W3CDTF">2026-07-30T03:10:50Z</dcterms:modified>
</cp:coreProperties>
</file>